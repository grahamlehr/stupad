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video" Target="../media/media-2-1.mp4"/><Relationship Id="rId3" Type="http://schemas.microsoft.com/office/2007/relationships/media" Target="../media/media-2-1.mp4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video" Target="../media/media-3-1.mp4"/><Relationship Id="rId3" Type="http://schemas.microsoft.com/office/2007/relationships/media" Target="../media/media-3-1.mp4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arget="https://example.com/not-embedded.mp4" TargetMode="External" Type="http://schemas.openxmlformats.org/officeDocument/2006/relationships/video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 fixture</a:t>
            </a:r>
            <a:endParaRPr lang="en-US" sz="2600" dirty="0"/>
          </a:p>
        </p:txBody>
      </p:sp>
      <p:sp>
        <p:nvSpPr>
          <p:cNvPr id="3" name="BTN_VideoA">
            <a:hlinkClick r:id="rId1" tooltip="" action="ppaction://hlinksldjump"/>
          </p:cNvPr>
          <p:cNvSpPr/>
          <p:nvPr/>
        </p:nvSpPr>
        <p:spPr>
          <a:xfrm>
            <a:off x="914400" y="23774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 A</a:t>
            </a:r>
            <a:endParaRPr lang="en-US" sz="1800" dirty="0"/>
          </a:p>
        </p:txBody>
      </p:sp>
      <p:sp>
        <p:nvSpPr>
          <p:cNvPr id="4" name="BTN_VideoB">
            <a:hlinkClick r:id="rId2" tooltip="" action="ppaction://hlinksldjump"/>
          </p:cNvPr>
          <p:cNvSpPr/>
          <p:nvPr/>
        </p:nvSpPr>
        <p:spPr>
          <a:xfrm>
            <a:off x="3657600" y="23774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5D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 B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 A (autoplay by default)</a:t>
            </a:r>
            <a:endParaRPr lang="en-US" sz="2400" dirty="0"/>
          </a:p>
        </p:txBody>
      </p:sp>
      <p:sp>
        <p:nvSpPr>
          <p:cNvPr id="3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  <p:pic>
        <p:nvPicPr>
          <p:cNvPr id="4" name="Video_Aut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3716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 B (loop, tap to start)</a:t>
            </a:r>
            <a:endParaRPr lang="en-US" sz="2400" dirty="0"/>
          </a:p>
        </p:txBody>
      </p:sp>
      <p:sp>
        <p:nvSpPr>
          <p:cNvPr id="3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  <p:pic>
        <p:nvPicPr>
          <p:cNvPr id="4" name="Video_Loo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371600"/>
            <a:ext cx="3657600" cy="205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)">
                                      <p:cBhvr>
                                        <p:cTn id="6" dur="1000" fill="hold" repeatCount="indefinite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Media spid="4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Linked video (not embedded)</a:t>
            </a:r>
            <a:endParaRPr lang="en-US" sz="2400" dirty="0"/>
          </a:p>
        </p:txBody>
      </p:sp>
      <p:sp>
        <p:nvSpPr>
          <p:cNvPr id="3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  <p:pic>
        <p:nvPicPr>
          <p:cNvPr id="4" name="Video_Linked"/>
          <p:cNvPicPr/>
          <p:nvPr>
            <a:videoFile r:link="rId2"/>
          </p:nvPr>
        </p:nvPicPr>
        <p:blipFill>
          <a:blip r:embed="rId3"/>
          <a:stretch>
            <a:fillRect/>
          </a:stretch>
        </p:blipFill>
        <p:spPr>
          <a:xfrm>
            <a:off x="914400" y="13716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2026-09-27T23:24:53Z</dcterms:created>
  <dcterms:modified xsi:type="dcterms:W3CDTF">2026-09-27T23:24:53Z</dcterms:modified>
</cp:coreProperties>
</file>