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4.xml"/><Relationship Id="rId2" Type="http://schemas.openxmlformats.org/officeDocument/2006/relationships/slide" Target="slide1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Multi-slide chain test</a:t>
            </a:r>
            <a:endParaRPr lang="en-US" sz="2800" dirty="0"/>
          </a:p>
        </p:txBody>
      </p:sp>
      <p:sp>
        <p:nvSpPr>
          <p:cNvPr id="3" name="BTN_TopicA">
            <a:hlinkClick r:id="rId1" tooltip="" action="ppaction://hlinksldjump"/>
          </p:cNvPr>
          <p:cNvSpPr/>
          <p:nvPr/>
        </p:nvSpPr>
        <p:spPr>
          <a:xfrm>
            <a:off x="182880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 A</a:t>
            </a:r>
            <a:endParaRPr lang="en-US" sz="2000" dirty="0"/>
          </a:p>
        </p:txBody>
      </p:sp>
      <p:sp>
        <p:nvSpPr>
          <p:cNvPr id="4" name="BTN_TopicB">
            <a:hlinkClick r:id="rId2" tooltip="" action="ppaction://hlinksldjump"/>
          </p:cNvPr>
          <p:cNvSpPr/>
          <p:nvPr/>
        </p:nvSpPr>
        <p:spPr>
          <a:xfrm>
            <a:off x="5486400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5D8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 B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 A</a:t>
            </a:r>
            <a:endParaRPr lang="en-US" sz="2800" dirty="0"/>
          </a:p>
        </p:txBody>
      </p:sp>
      <p:sp>
        <p:nvSpPr>
          <p:cNvPr id="3" name="BTN_NextExplicit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400" dirty="0"/>
          </a:p>
        </p:txBody>
      </p:sp>
      <p:sp>
        <p:nvSpPr>
          <p:cNvPr id="4" name="BTN_Home">
            <a:hlinkClick r:id="rId2" tooltip="" action="ppaction://hlinksldjump"/>
          </p:cNvPr>
          <p:cNvSpPr/>
          <p:nvPr/>
        </p:nvSpPr>
        <p:spPr>
          <a:xfrm>
            <a:off x="23774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Topic B</a:t>
            </a:r>
            <a:endParaRPr lang="en-US" sz="2800" dirty="0"/>
          </a:p>
        </p:txBody>
      </p:sp>
      <p:sp>
        <p:nvSpPr>
          <p:cNvPr id="3" name="BTN_NextAction">
            <a:hlinkClick xmlns:r="http://schemas.openxmlformats.org/officeDocument/2006/relationships" action="ppaction://hlinkshowjump?jump=nextslide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</a:t>
            </a:r>
            <a:endParaRPr lang="en-US" sz="14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23774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4</a:t>
            </a:r>
            <a:endParaRPr lang="en-US" sz="2800" dirty="0"/>
          </a:p>
        </p:txBody>
      </p:sp>
      <p:sp>
        <p:nvSpPr>
          <p:cNvPr id="3" name="BTN_Self">
            <a:hlinkClick r:id="rId1" tooltip="" action="ppaction://hlinksldjump"/>
          </p:cNvPr>
          <p:cNvSpPr/>
          <p:nvPr/>
        </p:nvSpPr>
        <p:spPr>
          <a:xfrm>
            <a:off x="548640" y="5943600"/>
            <a:ext cx="2194560" cy="548640"/>
          </a:xfrm>
          <a:prstGeom prst="roundRect">
            <a:avLst>
              <a:gd name="adj" fmla="val 25000"/>
            </a:avLst>
          </a:prstGeom>
          <a:solidFill>
            <a:srgbClr val="2E7D6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Next (mistake)</a:t>
            </a:r>
            <a:endParaRPr lang="en-US" sz="1400" dirty="0"/>
          </a:p>
        </p:txBody>
      </p:sp>
      <p:sp>
        <p:nvSpPr>
          <p:cNvPr id="4" name="BTN_Home">
            <a:hlinkClick r:id="rId2" tooltip="" action="ppaction://hlinksldjump"/>
          </p:cNvPr>
          <p:cNvSpPr/>
          <p:nvPr/>
        </p:nvSpPr>
        <p:spPr>
          <a:xfrm>
            <a:off x="292608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2026-09-24T16:54:47Z</dcterms:created>
  <dcterms:modified xsi:type="dcterms:W3CDTF">2026-09-24T16:54:47Z</dcterms:modified>
</cp:coreProperties>
</file>