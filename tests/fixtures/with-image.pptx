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Image</a:t>
            </a:r>
            <a:endParaRPr lang="en-US" sz="2800" dirty="0"/>
          </a:p>
        </p:txBody>
      </p:sp>
      <p:sp>
        <p:nvSpPr>
          <p:cNvPr id="3" name="BTN_TopicA">
            <a:hlinkClick r:id="rId1" tooltip="" action="ppaction://hlinksldjump"/>
          </p:cNvPr>
          <p:cNvSpPr/>
          <p:nvPr/>
        </p:nvSpPr>
        <p:spPr>
          <a:xfrm>
            <a:off x="91440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Topic A</a:t>
            </a:r>
            <a:endParaRPr lang="en-US" sz="2000" dirty="0"/>
          </a:p>
        </p:txBody>
      </p:sp>
      <p:sp>
        <p:nvSpPr>
          <p:cNvPr id="4" name="BTN_TopicB">
            <a:hlinkClick r:id="rId2" tooltip="" action="ppaction://hlinksldjump"/>
          </p:cNvPr>
          <p:cNvSpPr/>
          <p:nvPr/>
        </p:nvSpPr>
        <p:spPr>
          <a:xfrm>
            <a:off x="365760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5D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Topic 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Hero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1828800"/>
            <a:ext cx="3657600" cy="2743200"/>
          </a:xfrm>
          <a:prstGeom prst="rect">
            <a:avLst/>
          </a:prstGeom>
        </p:spPr>
      </p:pic>
      <p:sp>
        <p:nvSpPr>
          <p:cNvPr id="3" name="BTN_Home">
            <a:hlinkClick r:id="rId2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2026-09-24T08:07:33Z</dcterms:created>
  <dcterms:modified xsi:type="dcterms:W3CDTF">2026-09-24T08:07:33Z</dcterms:modified>
</cp:coreProperties>
</file>