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4.xml"/><Relationship Id="rId4" Type="http://schemas.openxmlformats.org/officeDocument/2006/relationships/slide" Target="slide5.xml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stuPad Kiosk Template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234440"/>
            <a:ext cx="11091672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600" dirty="0">
                <a:solidFill>
                  <a:srgbClr val="C8CEDB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Tap a topic to explore</a:t>
            </a:r>
            <a:endParaRPr lang="en-US" sz="1600" dirty="0"/>
          </a:p>
        </p:txBody>
      </p:sp>
      <p:sp>
        <p:nvSpPr>
          <p:cNvPr id="4" name="BTN_Sustainability">
            <a:hlinkClick r:id="rId1" tooltip="" action="ppaction://hlinksldjump"/>
          </p:cNvPr>
          <p:cNvSpPr/>
          <p:nvPr/>
        </p:nvSpPr>
        <p:spPr>
          <a:xfrm>
            <a:off x="678028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E7D6B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Sustainability</a:t>
            </a:r>
            <a:endParaRPr lang="en-US" sz="2000" dirty="0"/>
          </a:p>
        </p:txBody>
      </p:sp>
      <p:sp>
        <p:nvSpPr>
          <p:cNvPr id="5" name="BTN_Innovation">
            <a:hlinkClick r:id="rId2" tooltip="" action="ppaction://hlinksldjump"/>
          </p:cNvPr>
          <p:cNvSpPr/>
          <p:nvPr/>
        </p:nvSpPr>
        <p:spPr>
          <a:xfrm>
            <a:off x="3466948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2E5D8A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2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Innovation</a:t>
            </a:r>
            <a:endParaRPr lang="en-US" sz="2000" dirty="0"/>
          </a:p>
        </p:txBody>
      </p:sp>
      <p:grpSp>
        <p:nvGrpSpPr>
          <p:cNvPr id="9001" name="Group Button">
            <a:hlinkClick xmlns:r="http://schemas.openxmlformats.org/officeDocument/2006/relationships" r:id="rId3" action="ppaction://hlinksldjump"/>
          </p:cNvPr>
          <p:cNvGrpSpPr/>
          <p:nvPr/>
        </p:nvGrpSpPr>
        <p:grpSpPr>
          <a:xfrm>
            <a:off x="6255868" y="2377440"/>
            <a:ext cx="2468880" cy="2011680"/>
            <a:chOff x="6255868" y="2377440"/>
            <a:chExt cx="2468880" cy="2011680"/>
          </a:xfrm>
        </p:grpSpPr>
        <p:sp>
          <p:nvSpPr>
            <p:cNvPr id="6" name="BTN_People">
              <a:hlinkClick r:id="rId3" tooltip="" action="ppaction://hlinksldjump"/>
            </p:cNvPr>
            <p:cNvSpPr/>
            <p:nvPr/>
          </p:nvSpPr>
          <p:spPr>
            <a:xfrm>
              <a:off x="6255868" y="2377440"/>
              <a:ext cx="2468880" cy="2011680"/>
            </a:xfrm>
            <a:prstGeom prst="roundRect">
              <a:avLst>
                <a:gd name="adj" fmla="val 5455"/>
              </a:avLst>
            </a:prstGeom>
            <a:solidFill>
              <a:srgbClr val="8A5D2E"/>
            </a:solidFill>
            <a:ln w="12700">
              <a:solidFill>
                <a:srgbClr val="FFFFFF"/>
              </a:solidFill>
            </a:ln>
          </p:spPr>
          <p:txBody>
            <a:bodyPr wrap="square" rtlCol="0" anchor="ctr"/>
            <a:lstStyle/>
            <a:p>
              <a:pPr algn="ctr" indent="0" marL="0">
                <a:buNone/>
              </a:pPr>
              <a:r>
                <a:rPr lang="en-US" sz="2000" b="1" u="sng" dirty="0">
                  <a:solidFill>
                    <a:srgbClr val="FFFFFF"/>
                  </a:solidFill>
                  <a:latin typeface="Helvetica Neue" pitchFamily="34" charset="0"/>
                  <a:ea typeface="Helvetica Neue" pitchFamily="34" charset="-122"/>
                  <a:cs typeface="Helvetica Neue" pitchFamily="34" charset="-120"/>
                  <a:hlinkClick r:id="rId3" action="ppaction://hlinksldjump" tooltip="">
                    <a:extLst>
                      <a:ext uri="{A12FA001-AC4F-418D-AE19-62706E023703}">
                        <ahyp:hlinkClr xmlns:ahyp="http://schemas.microsoft.com/office/drawing/2018/hyperlinkcolor" val="tx"/>
                      </a:ext>
                    </a:extLst>
                  </a:hlinkClick>
                </a:rPr>
                <a:t>People</a:t>
              </a:r>
              <a:endParaRPr lang="en-US" sz="2000" dirty="0"/>
            </a:p>
          </p:txBody>
        </p:sp>
      </p:grpSp>
      <p:sp>
        <p:nvSpPr>
          <p:cNvPr id="7" name="BTN_Contact">
            <a:hlinkClick r:id="rId4" tooltip="" action="ppaction://hlinksldjump"/>
          </p:cNvPr>
          <p:cNvSpPr/>
          <p:nvPr/>
        </p:nvSpPr>
        <p:spPr>
          <a:xfrm>
            <a:off x="9044788" y="2377440"/>
            <a:ext cx="2468880" cy="2011680"/>
          </a:xfrm>
          <a:prstGeom prst="roundRect">
            <a:avLst>
              <a:gd name="adj" fmla="val 5455"/>
            </a:avLst>
          </a:prstGeom>
          <a:solidFill>
            <a:srgbClr val="7A2E5D"/>
          </a:solidFill>
          <a:ln w="12700">
            <a:solidFill>
              <a:srgbClr val="FFFFFF"/>
            </a:solidFill>
          </a:ln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u="sng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4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Contact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644652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2A6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stuPad · offline kiosk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Sustainability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Sustainability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Innovation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Innovation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People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People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3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11091672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Contact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554480"/>
            <a:ext cx="868680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6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This is the Contact destination slide. It demonstrates text, a solid background and a Home link back to slide 1.</a:t>
            </a:r>
            <a:endParaRPr lang="en-US" sz="1600" dirty="0"/>
          </a:p>
        </p:txBody>
      </p:sp>
      <p:sp>
        <p:nvSpPr>
          <p:cNvPr id="4" name="BTN_Home">
            <a:hlinkClick r:id="rId1" tooltip="" action="ppaction://hlinksldjump"/>
          </p:cNvPr>
          <p:cNvSpPr/>
          <p:nvPr/>
        </p:nvSpPr>
        <p:spPr>
          <a:xfrm>
            <a:off x="548640" y="5943600"/>
            <a:ext cx="1645920" cy="548640"/>
          </a:xfrm>
          <a:prstGeom prst="roundRect">
            <a:avLst>
              <a:gd name="adj" fmla="val 25000"/>
            </a:avLst>
          </a:prstGeom>
          <a:solidFill>
            <a:srgbClr val="1B2A4A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u="sng" dirty="0">
                <a:solidFill>
                  <a:srgbClr val="FFFFFF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  <a:hlinkClick r:id="rId1" action="ppaction://hlinksldjump" tooltip="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Home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10642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B2A4A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Template rules (this slide is not linked from Home)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10515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 1 is the home slide and must contain at least 2 button shapes.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Each button links to a later slide via Insert &gt; Link &gt; Place in This Document &gt; Slide N.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Destination slides should include a shape linked back to slide 1 ("Home").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Slides not linked from slide 1 are ignored (flagged as a warning).</a:t>
            </a:r>
            <a:endParaRPr lang="en-US" sz="1400" dirty="0"/>
          </a:p>
          <a:p>
            <a:pPr marL="342900" indent="-342900">
              <a:buSzPct val="100000"/>
              <a:buChar char="•"/>
            </a:pPr>
            <a:r>
              <a:rPr lang="en-US" sz="1400" dirty="0">
                <a:solidFill>
                  <a:srgbClr val="333333"/>
                </a:solidFill>
                <a:latin typeface="Helvetica Neue" pitchFamily="34" charset="0"/>
                <a:ea typeface="Helvetica Neue" pitchFamily="34" charset="-122"/>
                <a:cs typeface="Helvetica Neue" pitchFamily="34" charset="-120"/>
              </a:rPr>
              <a:t>Use system or bundled fonts only; anything else is flagged at setup.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stuPad Template</dc:title>
  <dc:subject>PptxGenJS Presentation</dc:subject>
  <dc:creator>stuPad</dc:creator>
  <cp:lastModifiedBy>stuPad</cp:lastModifiedBy>
  <cp:revision>1</cp:revision>
  <dcterms:created xsi:type="dcterms:W3CDTF">2026-09-24T07:47:23Z</dcterms:created>
  <dcterms:modified xsi:type="dcterms:W3CDTF">2026-09-24T07:47:23Z</dcterms:modified>
</cp:coreProperties>
</file>