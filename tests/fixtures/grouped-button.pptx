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Kiosk Template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8CED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Tap a topic to explore</a:t>
            </a:r>
            <a:endParaRPr lang="en-US" sz="1600" dirty="0"/>
          </a:p>
        </p:txBody>
      </p:sp>
      <p:sp>
        <p:nvSpPr>
          <p:cNvPr id="4" name="BTN_Sustainability">
            <a:hlinkClick r:id="rId1" tooltip="" action="ppaction://hlinksldjump"/>
          </p:cNvPr>
          <p:cNvSpPr/>
          <p:nvPr/>
        </p:nvSpPr>
        <p:spPr>
          <a:xfrm>
            <a:off x="67802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7D6B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2000" dirty="0"/>
          </a:p>
        </p:txBody>
      </p:sp>
      <p:sp>
        <p:nvSpPr>
          <p:cNvPr id="5" name="BTN_Innovation">
            <a:hlinkClick r:id="rId2" tooltip="" action="ppaction://hlinksldjump"/>
          </p:cNvPr>
          <p:cNvSpPr/>
          <p:nvPr/>
        </p:nvSpPr>
        <p:spPr>
          <a:xfrm>
            <a:off x="346694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5D8A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Innovation</a:t>
            </a:r>
            <a:endParaRPr lang="en-US" sz="2000" dirty="0"/>
          </a:p>
        </p:txBody>
      </p:sp>
      <p:grpSp>
        <p:nvGrpSpPr>
          <p:cNvPr id="9001" name="Group Button">
            <a:hlinkClick xmlns:r="http://schemas.openxmlformats.org/officeDocument/2006/relationships" r:id="rId3" action="ppaction://hlinksldjump"/>
          </p:cNvPr>
          <p:cNvGrpSpPr/>
          <p:nvPr/>
        </p:nvGrpSpPr>
        <p:grpSpPr>
          <a:xfrm>
            <a:off x="6255868" y="2377440"/>
            <a:ext cx="2468880" cy="2011680"/>
            <a:chOff x="6255868" y="2377440"/>
            <a:chExt cx="2468880" cy="2011680"/>
          </a:xfrm>
        </p:grpSpPr>
        <p:sp>
          <p:nvSpPr>
            <p:cNvPr id="6" name="BTN_People">
              <a:hlinkClick r:id="rId3" tooltip="" action="ppaction://hlinksldjump"/>
            </p:cNvPr>
            <p:cNvSpPr/>
            <p:nvPr/>
          </p:nvSpPr>
          <p:spPr>
            <a:xfrm>
              <a:off x="6255868" y="2377440"/>
              <a:ext cx="2468880" cy="2011680"/>
            </a:xfrm>
            <a:prstGeom prst="roundRect">
              <a:avLst>
                <a:gd name="adj" fmla="val 5455"/>
              </a:avLst>
            </a:prstGeom>
            <a:solidFill>
              <a:srgbClr val="8A5D2E"/>
            </a:solidFill>
            <a:ln w="12700">
              <a:solidFill>
                <a:srgbClr val="FFFFFF"/>
              </a:solidFill>
            </a:ln>
          </p:spPr>
          <p:txBody>
            <a:bodyPr wrap="square" rtlCol="0" anchor="ctr"/>
            <a:lstStyle/>
            <a:p>
              <a:pPr algn="ctr" indent="0" marL="0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Helvetica Neue" pitchFamily="34" charset="0"/>
                  <a:ea typeface="Helvetica Neue" pitchFamily="34" charset="-122"/>
                  <a:cs typeface="Helvetica Neue" pitchFamily="34" charset="-120"/>
                </a:rPr>
                <a:t>People</a:t>
              </a:r>
              <a:endParaRPr lang="en-US" sz="2000" dirty="0"/>
            </a:p>
          </p:txBody>
        </p:sp>
      </p:grpSp>
      <p:sp>
        <p:nvSpPr>
          <p:cNvPr id="7" name="BTN_Contact">
            <a:hlinkClick r:id="rId4" tooltip="" action="ppaction://hlinksldjump"/>
          </p:cNvPr>
          <p:cNvSpPr/>
          <p:nvPr/>
        </p:nvSpPr>
        <p:spPr>
          <a:xfrm>
            <a:off x="904478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7A2E5D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Contact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· offline kiosk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Sustainability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Innovation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Innovation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People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People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Contact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Template rules (this slide is not linked from Home)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1 is the home slide and must contain at least 2 button shapes.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button links to a later slide via Insert &gt; Link &gt; Place in This Document &gt; Slide 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Destination slides should include a shape linked back to slide 1 ("Home").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Slides not linked from slide 1 are ignored (flagged as a warning).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system or bundled fonts only; anything else is flagged at setup.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stuPad Template</dc:title>
  <dc:subject>PptxGenJS Presentation</dc:subject>
  <dc:creator>stuPad</dc:creator>
  <cp:lastModifiedBy>stuPad</cp:lastModifiedBy>
  <cp:revision>1</cp:revision>
  <dcterms:created xsi:type="dcterms:W3CDTF">2026-09-24T08:07:33Z</dcterms:created>
  <dcterms:modified xsi:type="dcterms:W3CDTF">2026-09-24T08:07:33Z</dcterms:modified>
</cp:coreProperties>
</file>