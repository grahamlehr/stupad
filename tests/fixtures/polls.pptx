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Polls fixture</a:t>
            </a:r>
            <a:endParaRPr lang="en-US" sz="2600" dirty="0"/>
          </a:p>
        </p:txBody>
      </p:sp>
      <p:sp>
        <p:nvSpPr>
          <p:cNvPr id="3" name="BTN_A">
            <a:hlinkClick r:id="rId1" tooltip="" action="ppaction://hlinksldjump"/>
          </p:cNvPr>
          <p:cNvSpPr/>
          <p:nvPr/>
        </p:nvSpPr>
        <p:spPr>
          <a:xfrm>
            <a:off x="914400" y="146304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2E7D6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Ratings</a:t>
            </a:r>
            <a:endParaRPr lang="en-US" sz="1800" dirty="0"/>
          </a:p>
        </p:txBody>
      </p:sp>
      <p:sp>
        <p:nvSpPr>
          <p:cNvPr id="4" name="BTN_B">
            <a:hlinkClick r:id="rId2" tooltip="" action="ppaction://hlinksldjump"/>
          </p:cNvPr>
          <p:cNvSpPr/>
          <p:nvPr/>
        </p:nvSpPr>
        <p:spPr>
          <a:xfrm>
            <a:off x="3657600" y="146304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2E5D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Info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CED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are you feeling today?</a:t>
            </a:r>
            <a:endParaRPr lang="en-US" sz="1600" dirty="0"/>
          </a:p>
        </p:txBody>
      </p:sp>
      <p:sp>
        <p:nvSpPr>
          <p:cNvPr id="6" name="VOTE_Mood_Happy"/>
          <p:cNvSpPr/>
          <p:nvPr/>
        </p:nvSpPr>
        <p:spPr>
          <a:xfrm>
            <a:off x="548640" y="384048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2E7D6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Happy</a:t>
            </a:r>
            <a:endParaRPr lang="en-US" sz="1600" dirty="0"/>
          </a:p>
        </p:txBody>
      </p:sp>
      <p:sp>
        <p:nvSpPr>
          <p:cNvPr id="7" name="VOTE_Mood_Sad"/>
          <p:cNvSpPr/>
          <p:nvPr/>
        </p:nvSpPr>
        <p:spPr>
          <a:xfrm>
            <a:off x="2560320" y="384048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7A2E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Rate this stand</a:t>
            </a:r>
            <a:endParaRPr lang="en-US" sz="2600" dirty="0"/>
          </a:p>
        </p:txBody>
      </p:sp>
      <p:sp>
        <p:nvSpPr>
          <p:cNvPr id="3" name="RATE_Stand_1"/>
          <p:cNvSpPr/>
          <p:nvPr/>
        </p:nvSpPr>
        <p:spPr>
          <a:xfrm>
            <a:off x="548640" y="146304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2E7D6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RATE_Stand_2"/>
          <p:cNvSpPr/>
          <p:nvPr/>
        </p:nvSpPr>
        <p:spPr>
          <a:xfrm>
            <a:off x="1920240" y="146304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2E7D6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2000" dirty="0"/>
          </a:p>
        </p:txBody>
      </p:sp>
      <p:sp>
        <p:nvSpPr>
          <p:cNvPr id="5" name="RATE_Stand_3"/>
          <p:cNvSpPr/>
          <p:nvPr/>
        </p:nvSpPr>
        <p:spPr>
          <a:xfrm>
            <a:off x="3291840" y="146304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2E7D6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RATE_Stand_4"/>
          <p:cNvSpPr/>
          <p:nvPr/>
        </p:nvSpPr>
        <p:spPr>
          <a:xfrm>
            <a:off x="4663440" y="146304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2E7D6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2000" dirty="0"/>
          </a:p>
        </p:txBody>
      </p:sp>
      <p:sp>
        <p:nvSpPr>
          <p:cNvPr id="7" name="RATE_Stand_5"/>
          <p:cNvSpPr/>
          <p:nvPr/>
        </p:nvSpPr>
        <p:spPr>
          <a:xfrm>
            <a:off x="6035040" y="146304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2E7D6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VOTE_Topic_Net_Zero">
            <a:hlinkClick r:id="rId1" tooltip="" action="ppaction://hlinksldjump"/>
          </p:cNvPr>
          <p:cNvSpPr/>
          <p:nvPr/>
        </p:nvSpPr>
        <p:spPr>
          <a:xfrm>
            <a:off x="548640" y="310896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2E5D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Net Zero</a:t>
            </a:r>
            <a:endParaRPr lang="en-US" sz="1600" dirty="0"/>
          </a:p>
        </p:txBody>
      </p:sp>
      <p:sp>
        <p:nvSpPr>
          <p:cNvPr id="9" name="BTN_Home">
            <a:hlinkClick r:id="rId2" tooltip="" action="ppaction://hlinksldjump"/>
          </p:cNvPr>
          <p:cNvSpPr/>
          <p:nvPr/>
        </p:nvSpPr>
        <p:spPr>
          <a:xfrm>
            <a:off x="548640" y="5943600"/>
            <a:ext cx="1645920" cy="54864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Home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Info</a:t>
            </a:r>
            <a:endParaRPr lang="en-US" sz="2600" dirty="0"/>
          </a:p>
        </p:txBody>
      </p:sp>
      <p:sp>
        <p:nvSpPr>
          <p:cNvPr id="3" name="VOTE_Single_OnlyOption"/>
          <p:cNvSpPr/>
          <p:nvPr/>
        </p:nvSpPr>
        <p:spPr>
          <a:xfrm>
            <a:off x="548640" y="146304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8A5D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Only option</a:t>
            </a:r>
            <a:endParaRPr lang="en-US" sz="1600" dirty="0"/>
          </a:p>
        </p:txBody>
      </p:sp>
      <p:sp>
        <p:nvSpPr>
          <p:cNvPr id="4" name="BTN_Home">
            <a:hlinkClick r:id="rId1" tooltip="" action="ppaction://hlinksldjump"/>
          </p:cNvPr>
          <p:cNvSpPr/>
          <p:nvPr/>
        </p:nvSpPr>
        <p:spPr>
          <a:xfrm>
            <a:off x="548640" y="5943600"/>
            <a:ext cx="1645920" cy="54864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Home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Thanks for voting</a:t>
            </a:r>
            <a:endParaRPr lang="en-US" sz="2800" dirty="0"/>
          </a:p>
        </p:txBody>
      </p:sp>
      <p:sp>
        <p:nvSpPr>
          <p:cNvPr id="3" name="BTN_Home">
            <a:hlinkClick r:id="rId1" tooltip="" action="ppaction://hlinksldjump"/>
          </p:cNvPr>
          <p:cNvSpPr/>
          <p:nvPr/>
        </p:nvSpPr>
        <p:spPr>
          <a:xfrm>
            <a:off x="548640" y="5943600"/>
            <a:ext cx="1645920" cy="54864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2026-09-27T22:01:05Z</dcterms:created>
  <dcterms:modified xsi:type="dcterms:W3CDTF">2026-09-27T22:01:05Z</dcterms:modified>
</cp:coreProperties>
</file>