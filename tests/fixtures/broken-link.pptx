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99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stuPad Kiosk Template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CED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Tap a topic to explore</a:t>
            </a:r>
            <a:endParaRPr lang="en-US" sz="1600" dirty="0"/>
          </a:p>
        </p:txBody>
      </p:sp>
      <p:sp>
        <p:nvSpPr>
          <p:cNvPr id="4" name="BTN_Sustainability">
            <a:hlinkClick r:id="rId1" tooltip="" action="ppaction://hlinksldjump"/>
          </p:cNvPr>
          <p:cNvSpPr/>
          <p:nvPr/>
        </p:nvSpPr>
        <p:spPr>
          <a:xfrm>
            <a:off x="678028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2E7D6B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Sustainability</a:t>
            </a:r>
            <a:endParaRPr lang="en-US" sz="2000" dirty="0"/>
          </a:p>
        </p:txBody>
      </p:sp>
      <p:sp>
        <p:nvSpPr>
          <p:cNvPr id="5" name="BTN_Innovation">
            <a:hlinkClick r:id="rId2" tooltip="" action="ppaction://hlinksldjump"/>
          </p:cNvPr>
          <p:cNvSpPr/>
          <p:nvPr/>
        </p:nvSpPr>
        <p:spPr>
          <a:xfrm>
            <a:off x="3466948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2E5D8A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Innovation</a:t>
            </a:r>
            <a:endParaRPr lang="en-US" sz="2000" dirty="0"/>
          </a:p>
        </p:txBody>
      </p:sp>
      <p:sp>
        <p:nvSpPr>
          <p:cNvPr id="6" name="BTN_People">
            <a:hlinkClick r:id="rId3" tooltip="" action="ppaction://hlinksldjump"/>
          </p:cNvPr>
          <p:cNvSpPr/>
          <p:nvPr/>
        </p:nvSpPr>
        <p:spPr>
          <a:xfrm>
            <a:off x="6255868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8A5D2E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People</a:t>
            </a:r>
            <a:endParaRPr lang="en-US" sz="2000" dirty="0"/>
          </a:p>
        </p:txBody>
      </p:sp>
      <p:sp>
        <p:nvSpPr>
          <p:cNvPr id="7" name="BTN_Contact">
            <a:hlinkClick r:id="rId4" tooltip="" action="ppaction://hlinksldjump"/>
          </p:cNvPr>
          <p:cNvSpPr/>
          <p:nvPr/>
        </p:nvSpPr>
        <p:spPr>
          <a:xfrm>
            <a:off x="9044788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7A2E5D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stuPad · offline kiosk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Sustainability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Sustainability destination slide. It demonstrates text, a solid background and a Home link back to slide 1.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Innovation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Innovation destination slide. It demonstrates text, a solid background and a Home link back to slide 1.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People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People destination slide. It demonstrates text, a solid background and a Home link back to slide 1.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Contact destination slide. It demonstrates text, a solid background and a Home link back to slide 1.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 rules (this slide is not linked from Home)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1 is the home slide and must contain at least 2 button shapes.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button links to a later slide via Insert &gt; Link &gt; Place in This Document &gt; Slide 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Destination slides should include a shape linked back to slide 1 ("Home").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Slides not linked from slide 1 are ignored (flagged as a warning).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system or bundled fonts only; anything else is flagged at setup.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stuPad Template</dc:title>
  <dc:subject>PptxGenJS Presentation</dc:subject>
  <dc:creator>stuPad</dc:creator>
  <cp:lastModifiedBy>stuPad</cp:lastModifiedBy>
  <cp:revision>1</cp:revision>
  <dcterms:created xsi:type="dcterms:W3CDTF">2026-09-24T08:07:33Z</dcterms:created>
  <dcterms:modified xsi:type="dcterms:W3CDTF">2026-09-24T08:07:33Z</dcterms:modified>
</cp:coreProperties>
</file>