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one button</a:t>
            </a:r>
            <a:endParaRPr lang="en-US" sz="2800" dirty="0"/>
          </a:p>
        </p:txBody>
      </p:sp>
      <p:sp>
        <p:nvSpPr>
          <p:cNvPr id="3" name="BTN_Sustainability">
            <a:hlinkClick r:id="rId1" tooltip="" action="ppaction://hlinksldjump"/>
          </p:cNvPr>
          <p:cNvSpPr/>
          <p:nvPr/>
        </p:nvSpPr>
        <p:spPr>
          <a:xfrm>
            <a:off x="484632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Sustainability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Sustainability</a:t>
            </a:r>
            <a:endParaRPr lang="en-US" sz="2800" dirty="0"/>
          </a:p>
        </p:txBody>
      </p:sp>
      <p:sp>
        <p:nvSpPr>
          <p:cNvPr id="3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2026-09-24T07:47:23Z</dcterms:created>
  <dcterms:modified xsi:type="dcterms:W3CDTF">2026-09-24T07:47:23Z</dcterms:modified>
</cp:coreProperties>
</file>