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62" r:id="rId4"/>
    <p:sldId id="258" r:id="rId5"/>
    <p:sldId id="259" r:id="rId6"/>
    <p:sldId id="260" r:id="rId7"/>
    <p:sldId id="263" r:id="rId8"/>
    <p:sldId id="261"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2E5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423"/>
    <p:restoredTop sz="94610"/>
  </p:normalViewPr>
  <p:slideViewPr>
    <p:cSldViewPr snapToGrid="0" snapToObjects="1">
      <p:cViewPr varScale="1">
        <p:scale>
          <a:sx n="123" d="100"/>
          <a:sy n="123" d="100"/>
        </p:scale>
        <p:origin x="60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42273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3D8745-AA8C-9D38-DCD7-006093DA58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E9599B-BFDD-B50F-3CA1-9793C033EC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0B8906-D50D-239F-7A78-B2036F025F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6FA1BD-0F90-2EB0-D2B4-B7B34D587619}"/>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401533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9953B-2F21-741B-8FF2-2ADA85F09F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6F03EF-24FA-CD41-1104-50EA3A76C1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4F20C4-F069-1839-867D-E7DD4DAF68C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D27528-7CA3-B0AD-503C-7443F0E08F9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82994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 Target="slide2.xml"/><Relationship Id="rId7" Type="http://schemas.openxmlformats.org/officeDocument/2006/relationships/slide" Target="slide1.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slide" Target="slide4.xml"/></Relationships>
</file>

<file path=ppt/slides/_rels/slide2.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slide" Target="slide7.xml"/></Relationships>
</file>

<file path=ppt/slides/_rels/slide3.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slide" Target="slide7.xml"/></Relationships>
</file>

<file path=ppt/slides/_rels/slide4.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slide" Target="slide7.xml"/></Relationships>
</file>

<file path=ppt/slides/_rels/slide5.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slide" Target="slide7.xml"/></Relationships>
</file>

<file path=ppt/slides/_rels/slide6.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slide" Target="slide7.xml"/></Relationships>
</file>

<file path=ppt/slides/_rels/slide7.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548640" y="457200"/>
            <a:ext cx="11091672" cy="914400"/>
          </a:xfrm>
          <a:prstGeom prst="rect">
            <a:avLst/>
          </a:prstGeom>
          <a:noFill/>
          <a:ln/>
        </p:spPr>
        <p:txBody>
          <a:bodyPr wrap="square" rtlCol="0" anchor="ctr"/>
          <a:lstStyle/>
          <a:p>
            <a:pPr marL="0" indent="0" algn="l">
              <a:buNone/>
            </a:pPr>
            <a:r>
              <a:rPr lang="en-US" sz="3200" b="1" dirty="0">
                <a:solidFill>
                  <a:srgbClr val="FFFFFF"/>
                </a:solidFill>
                <a:latin typeface="Helvetica Neue" pitchFamily="34" charset="0"/>
                <a:ea typeface="Helvetica Neue" pitchFamily="34" charset="-122"/>
                <a:cs typeface="Helvetica Neue" pitchFamily="34" charset="-120"/>
              </a:rPr>
              <a:t>stuPad Kiosk Template</a:t>
            </a:r>
            <a:endParaRPr lang="en-US" sz="3200" dirty="0"/>
          </a:p>
        </p:txBody>
      </p:sp>
      <p:sp>
        <p:nvSpPr>
          <p:cNvPr id="3" name="Text 1"/>
          <p:cNvSpPr/>
          <p:nvPr/>
        </p:nvSpPr>
        <p:spPr>
          <a:xfrm>
            <a:off x="548640" y="1234440"/>
            <a:ext cx="11091672" cy="457200"/>
          </a:xfrm>
          <a:prstGeom prst="rect">
            <a:avLst/>
          </a:prstGeom>
          <a:noFill/>
          <a:ln/>
        </p:spPr>
        <p:txBody>
          <a:bodyPr wrap="square" rtlCol="0" anchor="ctr"/>
          <a:lstStyle/>
          <a:p>
            <a:pPr marL="0" indent="0" algn="l">
              <a:buNone/>
            </a:pPr>
            <a:r>
              <a:rPr lang="en-US" sz="1600" dirty="0">
                <a:solidFill>
                  <a:srgbClr val="C8CEDB"/>
                </a:solidFill>
                <a:latin typeface="Helvetica Neue" pitchFamily="34" charset="0"/>
                <a:ea typeface="Helvetica Neue" pitchFamily="34" charset="-122"/>
                <a:cs typeface="Helvetica Neue" pitchFamily="34" charset="-120"/>
              </a:rPr>
              <a:t>Tap a topic to explore</a:t>
            </a:r>
            <a:endParaRPr lang="en-US" sz="1600" dirty="0"/>
          </a:p>
        </p:txBody>
      </p:sp>
      <p:sp>
        <p:nvSpPr>
          <p:cNvPr id="4" name="BTN_Link1">
            <a:hlinkClick r:id="rId3" action="ppaction://hlinksldjump"/>
          </p:cNvPr>
          <p:cNvSpPr/>
          <p:nvPr/>
        </p:nvSpPr>
        <p:spPr>
          <a:xfrm>
            <a:off x="678028" y="2377440"/>
            <a:ext cx="2468880" cy="2011680"/>
          </a:xfrm>
          <a:prstGeom prst="roundRect">
            <a:avLst>
              <a:gd name="adj" fmla="val 5455"/>
            </a:avLst>
          </a:prstGeom>
          <a:solidFill>
            <a:srgbClr val="2E7D6B"/>
          </a:solidFill>
          <a:ln w="12700">
            <a:solidFill>
              <a:srgbClr val="FFFFFF"/>
            </a:solidFill>
          </a:ln>
        </p:spPr>
        <p:txBody>
          <a:bodyPr wrap="square" rtlCol="0" anchor="ctr"/>
          <a:lstStyle/>
          <a:p>
            <a:pPr marL="0" indent="0" algn="ctr">
              <a:buNone/>
            </a:pPr>
            <a:r>
              <a:rPr lang="en-US" sz="2000" b="1" dirty="0">
                <a:solidFill>
                  <a:srgbClr val="FFFFFF"/>
                </a:solidFill>
                <a:latin typeface="Helvetica Neue" pitchFamily="34" charset="0"/>
                <a:ea typeface="Helvetica Neue" pitchFamily="34" charset="-122"/>
                <a:cs typeface="Helvetica Neue" pitchFamily="34" charset="-120"/>
              </a:rPr>
              <a:t>Template</a:t>
            </a:r>
            <a:br>
              <a:rPr lang="en-US" sz="2000" b="1" dirty="0">
                <a:solidFill>
                  <a:srgbClr val="FFFFFF"/>
                </a:solidFill>
                <a:latin typeface="Helvetica Neue" pitchFamily="34" charset="0"/>
                <a:ea typeface="Helvetica Neue" pitchFamily="34" charset="-122"/>
                <a:cs typeface="Helvetica Neue" pitchFamily="34" charset="-120"/>
              </a:rPr>
            </a:br>
            <a:r>
              <a:rPr lang="en-US" sz="2000" b="1" dirty="0">
                <a:solidFill>
                  <a:srgbClr val="FFFFFF"/>
                </a:solidFill>
                <a:latin typeface="Helvetica Neue" pitchFamily="34" charset="0"/>
                <a:ea typeface="Helvetica Neue" pitchFamily="34" charset="-122"/>
                <a:cs typeface="Helvetica Neue" pitchFamily="34" charset="-120"/>
              </a:rPr>
              <a:t>Guide</a:t>
            </a:r>
            <a:endParaRPr lang="en-US" sz="2000" dirty="0"/>
          </a:p>
        </p:txBody>
      </p:sp>
      <p:sp>
        <p:nvSpPr>
          <p:cNvPr id="5" name="BTN_Link2">
            <a:hlinkClick r:id="rId4" action="ppaction://hlinksldjump"/>
          </p:cNvPr>
          <p:cNvSpPr/>
          <p:nvPr/>
        </p:nvSpPr>
        <p:spPr>
          <a:xfrm>
            <a:off x="3466948" y="2377440"/>
            <a:ext cx="2468880" cy="2011680"/>
          </a:xfrm>
          <a:prstGeom prst="roundRect">
            <a:avLst>
              <a:gd name="adj" fmla="val 5455"/>
            </a:avLst>
          </a:prstGeom>
          <a:solidFill>
            <a:srgbClr val="2E5D8A"/>
          </a:solidFill>
          <a:ln w="12700">
            <a:solidFill>
              <a:srgbClr val="FFFFFF"/>
            </a:solidFill>
          </a:ln>
        </p:spPr>
        <p:txBody>
          <a:bodyPr wrap="square" rtlCol="0" anchor="ctr"/>
          <a:lstStyle/>
          <a:p>
            <a:pPr marL="0" indent="0" algn="ctr">
              <a:buNone/>
            </a:pPr>
            <a:r>
              <a:rPr lang="en-US" sz="2000" b="1" dirty="0">
                <a:solidFill>
                  <a:srgbClr val="FFFFFF"/>
                </a:solidFill>
                <a:latin typeface="Helvetica Neue" pitchFamily="34" charset="0"/>
                <a:ea typeface="Helvetica Neue" pitchFamily="34" charset="-122"/>
                <a:cs typeface="Helvetica Neue" pitchFamily="34" charset="-120"/>
              </a:rPr>
              <a:t>Innovation</a:t>
            </a:r>
            <a:endParaRPr lang="en-US" sz="2000" dirty="0"/>
          </a:p>
        </p:txBody>
      </p:sp>
      <p:sp>
        <p:nvSpPr>
          <p:cNvPr id="6" name="BTN_Link3">
            <a:hlinkClick r:id="rId5" action="ppaction://hlinksldjump"/>
          </p:cNvPr>
          <p:cNvSpPr/>
          <p:nvPr/>
        </p:nvSpPr>
        <p:spPr>
          <a:xfrm>
            <a:off x="6255868" y="2377440"/>
            <a:ext cx="2468880" cy="2011680"/>
          </a:xfrm>
          <a:prstGeom prst="roundRect">
            <a:avLst>
              <a:gd name="adj" fmla="val 5455"/>
            </a:avLst>
          </a:prstGeom>
          <a:solidFill>
            <a:srgbClr val="8A5D2E"/>
          </a:solidFill>
          <a:ln w="12700">
            <a:solidFill>
              <a:srgbClr val="FFFFFF"/>
            </a:solidFill>
          </a:ln>
        </p:spPr>
        <p:txBody>
          <a:bodyPr wrap="square" rtlCol="0" anchor="ctr"/>
          <a:lstStyle/>
          <a:p>
            <a:pPr marL="0" indent="0" algn="ctr">
              <a:buNone/>
            </a:pPr>
            <a:r>
              <a:rPr lang="en-US" sz="2000" b="1" dirty="0">
                <a:solidFill>
                  <a:srgbClr val="FFFFFF"/>
                </a:solidFill>
                <a:latin typeface="Helvetica Neue" pitchFamily="34" charset="0"/>
                <a:ea typeface="Helvetica Neue" pitchFamily="34" charset="-122"/>
                <a:cs typeface="Helvetica Neue" pitchFamily="34" charset="-120"/>
              </a:rPr>
              <a:t>People</a:t>
            </a:r>
            <a:endParaRPr lang="en-US" sz="2000" dirty="0"/>
          </a:p>
        </p:txBody>
      </p:sp>
      <p:sp>
        <p:nvSpPr>
          <p:cNvPr id="7" name="BTN_Link4">
            <a:hlinkClick r:id="rId6" action="ppaction://hlinksldjump"/>
          </p:cNvPr>
          <p:cNvSpPr/>
          <p:nvPr/>
        </p:nvSpPr>
        <p:spPr>
          <a:xfrm>
            <a:off x="9044788" y="2377440"/>
            <a:ext cx="2468880" cy="2011680"/>
          </a:xfrm>
          <a:prstGeom prst="roundRect">
            <a:avLst>
              <a:gd name="adj" fmla="val 5455"/>
            </a:avLst>
          </a:prstGeom>
          <a:solidFill>
            <a:srgbClr val="7A2E5D"/>
          </a:solidFill>
          <a:ln w="12700">
            <a:solidFill>
              <a:srgbClr val="FFFFFF"/>
            </a:solidFill>
          </a:ln>
        </p:spPr>
        <p:txBody>
          <a:bodyPr wrap="square" rtlCol="0" anchor="ctr"/>
          <a:lstStyle/>
          <a:p>
            <a:pPr marL="0" indent="0" algn="ctr">
              <a:buNone/>
            </a:pPr>
            <a:r>
              <a:rPr lang="en-US" sz="2000" b="1" dirty="0">
                <a:solidFill>
                  <a:srgbClr val="FFFFFF"/>
                </a:solidFill>
                <a:latin typeface="Helvetica Neue" pitchFamily="34" charset="0"/>
                <a:ea typeface="Helvetica Neue" pitchFamily="34" charset="-122"/>
                <a:cs typeface="Helvetica Neue" pitchFamily="34" charset="-120"/>
              </a:rPr>
              <a:t>Contact</a:t>
            </a:r>
            <a:endParaRPr lang="en-US" sz="2000" dirty="0"/>
          </a:p>
        </p:txBody>
      </p:sp>
      <p:sp>
        <p:nvSpPr>
          <p:cNvPr id="8" name="Text 6"/>
          <p:cNvSpPr/>
          <p:nvPr/>
        </p:nvSpPr>
        <p:spPr>
          <a:xfrm>
            <a:off x="548640" y="6446520"/>
            <a:ext cx="5486400" cy="320040"/>
          </a:xfrm>
          <a:prstGeom prst="rect">
            <a:avLst/>
          </a:prstGeom>
          <a:noFill/>
          <a:ln/>
        </p:spPr>
        <p:txBody>
          <a:bodyPr wrap="square" rtlCol="0" anchor="ctr"/>
          <a:lstStyle/>
          <a:p>
            <a:pPr marL="0" indent="0">
              <a:buNone/>
            </a:pPr>
            <a:r>
              <a:rPr lang="en-US" sz="1000" dirty="0">
                <a:solidFill>
                  <a:srgbClr val="8892A6"/>
                </a:solidFill>
                <a:latin typeface="Helvetica Neue" pitchFamily="34" charset="0"/>
                <a:ea typeface="Helvetica Neue" pitchFamily="34" charset="-122"/>
                <a:cs typeface="Helvetica Neue" pitchFamily="34" charset="-120"/>
              </a:rPr>
              <a:t>stuPad · offline kiosk</a:t>
            </a:r>
            <a:endParaRPr lang="en-US" sz="1000" dirty="0"/>
          </a:p>
        </p:txBody>
      </p:sp>
      <p:sp>
        <p:nvSpPr>
          <p:cNvPr id="9" name="BTN_Terms">
            <a:hlinkClick r:id="rId7" action="ppaction://hlinksldjump"/>
            <a:extLst>
              <a:ext uri="{FF2B5EF4-FFF2-40B4-BE49-F238E27FC236}">
                <a16:creationId xmlns:a16="http://schemas.microsoft.com/office/drawing/2014/main" id="{BE410B98-D260-BA31-DC49-4896F10180CF}"/>
              </a:ext>
            </a:extLst>
          </p:cNvPr>
          <p:cNvSpPr/>
          <p:nvPr/>
        </p:nvSpPr>
        <p:spPr>
          <a:xfrm>
            <a:off x="3466948" y="5943600"/>
            <a:ext cx="1645920" cy="548640"/>
          </a:xfrm>
          <a:prstGeom prst="roundRect">
            <a:avLst>
              <a:gd name="adj" fmla="val 25000"/>
            </a:avLst>
          </a:prstGeom>
          <a:solidFill>
            <a:srgbClr val="1B2A4A"/>
          </a:solidFill>
          <a:ln>
            <a:solidFill>
              <a:schemeClr val="bg2"/>
            </a:solidFill>
          </a:ln>
        </p:spPr>
        <p:txBody>
          <a:bodyPr wrap="square" rtlCol="0" anchor="ctr"/>
          <a:lstStyle/>
          <a:p>
            <a:pPr marL="0" indent="0" algn="ctr">
              <a:buNone/>
            </a:pPr>
            <a:r>
              <a:rPr lang="en-US" sz="1400" b="1" dirty="0">
                <a:solidFill>
                  <a:srgbClr val="FFFFFF"/>
                </a:solidFill>
                <a:latin typeface="Helvetica Neue" pitchFamily="34" charset="0"/>
                <a:ea typeface="Helvetica Neue" pitchFamily="34" charset="-122"/>
                <a:cs typeface="Helvetica Neue" pitchFamily="34" charset="-120"/>
              </a:rPr>
              <a:t>T&amp;Cs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chemeClr val="accent6">
            <a:lumMod val="60000"/>
            <a:lumOff val="40000"/>
          </a:schemeClr>
        </a:solidFill>
        <a:effectLst/>
      </p:bgPr>
    </p:bg>
    <p:spTree>
      <p:nvGrpSpPr>
        <p:cNvPr id="1" name=""/>
        <p:cNvGrpSpPr/>
        <p:nvPr/>
      </p:nvGrpSpPr>
      <p:grpSpPr>
        <a:xfrm>
          <a:off x="0" y="0"/>
          <a:ext cx="0" cy="0"/>
          <a:chOff x="0" y="0"/>
          <a:chExt cx="0" cy="0"/>
        </a:xfrm>
      </p:grpSpPr>
      <p:sp>
        <p:nvSpPr>
          <p:cNvPr id="2" name="Text 0"/>
          <p:cNvSpPr/>
          <p:nvPr/>
        </p:nvSpPr>
        <p:spPr>
          <a:xfrm>
            <a:off x="548640" y="457200"/>
            <a:ext cx="11091672" cy="914400"/>
          </a:xfrm>
          <a:prstGeom prst="rect">
            <a:avLst/>
          </a:prstGeom>
          <a:noFill/>
          <a:ln/>
        </p:spPr>
        <p:txBody>
          <a:bodyPr wrap="square" rtlCol="0" anchor="ctr"/>
          <a:lstStyle/>
          <a:p>
            <a:pPr marL="0" indent="0">
              <a:buNone/>
            </a:pPr>
            <a:r>
              <a:rPr lang="en-US" sz="3000" b="1" dirty="0">
                <a:solidFill>
                  <a:srgbClr val="1B2A4A"/>
                </a:solidFill>
                <a:latin typeface="Helvetica Neue" pitchFamily="34" charset="0"/>
                <a:ea typeface="Helvetica Neue" pitchFamily="34" charset="-122"/>
                <a:cs typeface="Helvetica Neue" pitchFamily="34" charset="-120"/>
              </a:rPr>
              <a:t>Guide – Page 1</a:t>
            </a:r>
            <a:endParaRPr lang="en-US" sz="3000" dirty="0"/>
          </a:p>
        </p:txBody>
      </p:sp>
      <p:sp>
        <p:nvSpPr>
          <p:cNvPr id="3" name="Text 1"/>
          <p:cNvSpPr/>
          <p:nvPr/>
        </p:nvSpPr>
        <p:spPr>
          <a:xfrm>
            <a:off x="548640" y="1554480"/>
            <a:ext cx="8686800" cy="3601982"/>
          </a:xfrm>
          <a:prstGeom prst="rect">
            <a:avLst/>
          </a:prstGeom>
          <a:noFill/>
          <a:ln/>
        </p:spPr>
        <p:txBody>
          <a:bodyPr wrap="square" rtlCol="0" anchor="t"/>
          <a:lstStyle/>
          <a:p>
            <a:pPr marL="0" indent="0">
              <a:buNone/>
            </a:pPr>
            <a:r>
              <a:rPr lang="en-US" sz="1600" dirty="0" err="1">
                <a:solidFill>
                  <a:srgbClr val="333333"/>
                </a:solidFill>
                <a:latin typeface="Helvetica Neue" pitchFamily="34" charset="0"/>
                <a:ea typeface="Helvetica Neue" pitchFamily="34" charset="-122"/>
                <a:cs typeface="Helvetica Neue" pitchFamily="34" charset="-120"/>
              </a:rPr>
              <a:t>stuPad</a:t>
            </a:r>
            <a:r>
              <a:rPr lang="en-US" sz="1600" dirty="0">
                <a:solidFill>
                  <a:srgbClr val="333333"/>
                </a:solidFill>
                <a:latin typeface="Helvetica Neue" pitchFamily="34" charset="0"/>
                <a:ea typeface="Helvetica Neue" pitchFamily="34" charset="-122"/>
                <a:cs typeface="Helvetica Neue" pitchFamily="34" charset="-120"/>
              </a:rPr>
              <a:t> Kiosk uses PowerPoint links to create the navigation structure. Right click the object you want to be a button and edit or add a link and link to the slide you want to.</a:t>
            </a:r>
          </a:p>
          <a:p>
            <a:pPr marL="0" indent="0">
              <a:buNone/>
            </a:pPr>
            <a:endParaRPr lang="en-US" sz="1600" dirty="0">
              <a:solidFill>
                <a:srgbClr val="333333"/>
              </a:solidFill>
              <a:latin typeface="Helvetica Neue" pitchFamily="34" charset="0"/>
              <a:ea typeface="Helvetica Neue" pitchFamily="34" charset="-122"/>
              <a:cs typeface="Helvetica Neue" pitchFamily="34" charset="-120"/>
            </a:endParaRPr>
          </a:p>
          <a:p>
            <a:pPr marL="0" indent="0">
              <a:buNone/>
            </a:pPr>
            <a:r>
              <a:rPr lang="en-US" sz="1600" dirty="0"/>
              <a:t>If you have a slide that can be accessed from anywhere, such as terms and conditions or a disclaimer, you can add a “back” button that you should add this by choosing insert &gt; action &gt; action on click &gt; link to: Last </a:t>
            </a:r>
            <a:r>
              <a:rPr lang="en-US" sz="1600"/>
              <a:t>Slide Viewed.</a:t>
            </a:r>
            <a:endParaRPr lang="en-US" sz="1600" dirty="0"/>
          </a:p>
          <a:p>
            <a:pPr marL="0" indent="0">
              <a:buNone/>
            </a:pPr>
            <a:endParaRPr lang="en-US" sz="1600" dirty="0"/>
          </a:p>
          <a:p>
            <a:pPr marL="0" indent="0">
              <a:buNone/>
            </a:pPr>
            <a:r>
              <a:rPr lang="en-US" sz="1600" dirty="0"/>
              <a:t>When you import the slides into </a:t>
            </a:r>
            <a:r>
              <a:rPr lang="en-US" sz="1600" dirty="0" err="1"/>
              <a:t>stuPad</a:t>
            </a:r>
            <a:r>
              <a:rPr lang="en-US" sz="1600" dirty="0"/>
              <a:t> kiosk you can give the links on slide 1 more useful names, in this template they will appear as Link 1, Link 2 </a:t>
            </a:r>
            <a:r>
              <a:rPr lang="en-US" sz="1600" dirty="0" err="1"/>
              <a:t>etc</a:t>
            </a:r>
            <a:r>
              <a:rPr lang="en-US" sz="1600" dirty="0"/>
              <a:t>, so you could add more descriptive names for the report. </a:t>
            </a:r>
          </a:p>
          <a:p>
            <a:pPr marL="0" indent="0">
              <a:buNone/>
            </a:pPr>
            <a:endParaRPr lang="en-US" sz="1600" dirty="0"/>
          </a:p>
          <a:p>
            <a:pPr marL="0" indent="0">
              <a:buNone/>
            </a:pPr>
            <a:r>
              <a:rPr lang="en-US" sz="1600" dirty="0"/>
              <a:t>If you add or remove slides you are strongly advised to test every link and flow on an iPad if you add or remove slides.</a:t>
            </a:r>
          </a:p>
        </p:txBody>
      </p:sp>
      <p:sp>
        <p:nvSpPr>
          <p:cNvPr id="4" name="BTN_Home">
            <a:hlinkClick r:id="rId3" action="ppaction://hlinksldjump"/>
          </p:cNvPr>
          <p:cNvSpPr/>
          <p:nvPr/>
        </p:nvSpPr>
        <p:spPr>
          <a:xfrm>
            <a:off x="548640" y="5943600"/>
            <a:ext cx="1645920" cy="548640"/>
          </a:xfrm>
          <a:prstGeom prst="roundRect">
            <a:avLst>
              <a:gd name="adj" fmla="val 25000"/>
            </a:avLst>
          </a:prstGeom>
          <a:solidFill>
            <a:srgbClr val="1B2A4A"/>
          </a:solidFill>
          <a:ln/>
        </p:spPr>
        <p:txBody>
          <a:bodyPr wrap="square" rtlCol="0" anchor="ctr"/>
          <a:lstStyle/>
          <a:p>
            <a:pPr marL="0" indent="0" algn="ctr">
              <a:buNone/>
            </a:pPr>
            <a:r>
              <a:rPr lang="en-US" sz="1400" b="1" dirty="0">
                <a:solidFill>
                  <a:srgbClr val="FFFFFF"/>
                </a:solidFill>
                <a:latin typeface="Helvetica Neue" pitchFamily="34" charset="0"/>
                <a:ea typeface="Helvetica Neue" pitchFamily="34" charset="-122"/>
                <a:cs typeface="Helvetica Neue" pitchFamily="34" charset="-120"/>
              </a:rPr>
              <a:t>Home</a:t>
            </a:r>
            <a:endParaRPr lang="en-US" sz="1400" dirty="0"/>
          </a:p>
        </p:txBody>
      </p:sp>
      <p:sp>
        <p:nvSpPr>
          <p:cNvPr id="5" name="BTN_Next">
            <a:hlinkClick r:id="rId3" action="ppaction://hlinksldjump"/>
            <a:extLst>
              <a:ext uri="{FF2B5EF4-FFF2-40B4-BE49-F238E27FC236}">
                <a16:creationId xmlns:a16="http://schemas.microsoft.com/office/drawing/2014/main" id="{12B3850C-901E-25F7-28AB-7B0812705D3B}"/>
              </a:ext>
            </a:extLst>
          </p:cNvPr>
          <p:cNvSpPr/>
          <p:nvPr/>
        </p:nvSpPr>
        <p:spPr>
          <a:xfrm>
            <a:off x="9993977" y="5943600"/>
            <a:ext cx="1645920" cy="548640"/>
          </a:xfrm>
          <a:prstGeom prst="roundRect">
            <a:avLst>
              <a:gd name="adj" fmla="val 25000"/>
            </a:avLst>
          </a:prstGeom>
          <a:solidFill>
            <a:srgbClr val="1B2A4A"/>
          </a:solidFill>
          <a:ln/>
        </p:spPr>
        <p:txBody>
          <a:bodyPr wrap="square" rtlCol="0" anchor="ctr"/>
          <a:lstStyle/>
          <a:p>
            <a:pPr marL="0" indent="0" algn="ctr">
              <a:buNone/>
            </a:pPr>
            <a:r>
              <a:rPr lang="en-US" sz="1400" b="1" dirty="0">
                <a:solidFill>
                  <a:srgbClr val="FFFFFF"/>
                </a:solidFill>
                <a:latin typeface="Helvetica Neue" pitchFamily="34" charset="0"/>
                <a:ea typeface="Helvetica Neue" pitchFamily="34" charset="-122"/>
                <a:cs typeface="Helvetica Neue" pitchFamily="34" charset="-120"/>
              </a:rPr>
              <a:t>Next</a:t>
            </a:r>
            <a:endParaRPr lang="en-US" sz="1400" dirty="0"/>
          </a:p>
        </p:txBody>
      </p:sp>
      <p:sp>
        <p:nvSpPr>
          <p:cNvPr id="8" name="BTN_Terms">
            <a:hlinkClick r:id="rId4" action="ppaction://hlinksldjump"/>
            <a:extLst>
              <a:ext uri="{FF2B5EF4-FFF2-40B4-BE49-F238E27FC236}">
                <a16:creationId xmlns:a16="http://schemas.microsoft.com/office/drawing/2014/main" id="{89106FCE-ADD6-B649-F062-78FDA9806C79}"/>
              </a:ext>
            </a:extLst>
          </p:cNvPr>
          <p:cNvSpPr/>
          <p:nvPr/>
        </p:nvSpPr>
        <p:spPr>
          <a:xfrm>
            <a:off x="3466948" y="5943600"/>
            <a:ext cx="1645920" cy="548640"/>
          </a:xfrm>
          <a:prstGeom prst="roundRect">
            <a:avLst>
              <a:gd name="adj" fmla="val 25000"/>
            </a:avLst>
          </a:prstGeom>
          <a:solidFill>
            <a:srgbClr val="1B2A4A"/>
          </a:solidFill>
          <a:ln>
            <a:solidFill>
              <a:schemeClr val="bg2"/>
            </a:solidFill>
          </a:ln>
        </p:spPr>
        <p:txBody>
          <a:bodyPr wrap="square" rtlCol="0" anchor="ctr"/>
          <a:lstStyle/>
          <a:p>
            <a:pPr marL="0" indent="0" algn="ctr">
              <a:buNone/>
            </a:pPr>
            <a:r>
              <a:rPr lang="en-US" sz="1400" b="1" dirty="0">
                <a:solidFill>
                  <a:srgbClr val="FFFFFF"/>
                </a:solidFill>
                <a:latin typeface="Helvetica Neue" pitchFamily="34" charset="0"/>
                <a:ea typeface="Helvetica Neue" pitchFamily="34" charset="-122"/>
                <a:cs typeface="Helvetica Neue" pitchFamily="34" charset="-120"/>
              </a:rPr>
              <a:t>T&amp;Cs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6">
            <a:lumMod val="60000"/>
            <a:lumOff val="40000"/>
          </a:schemeClr>
        </a:solidFill>
        <a:effectLst/>
      </p:bgPr>
    </p:bg>
    <p:spTree>
      <p:nvGrpSpPr>
        <p:cNvPr id="1" name="">
          <a:extLst>
            <a:ext uri="{FF2B5EF4-FFF2-40B4-BE49-F238E27FC236}">
              <a16:creationId xmlns:a16="http://schemas.microsoft.com/office/drawing/2014/main" id="{CEB4770F-B33E-5E31-947B-D81A782A9A8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106AEA1-9C00-25DF-2D9A-AB52C8F1ED1E}"/>
              </a:ext>
            </a:extLst>
          </p:cNvPr>
          <p:cNvSpPr/>
          <p:nvPr/>
        </p:nvSpPr>
        <p:spPr>
          <a:xfrm>
            <a:off x="548640" y="457200"/>
            <a:ext cx="11091672" cy="9144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B2A4A"/>
                </a:solidFill>
                <a:effectLst/>
                <a:uLnTx/>
                <a:uFillTx/>
                <a:latin typeface="Helvetica Neue" pitchFamily="34" charset="0"/>
                <a:ea typeface="Helvetica Neue" pitchFamily="34" charset="-122"/>
                <a:cs typeface="Helvetica Neue" pitchFamily="34" charset="-120"/>
              </a:rPr>
              <a:t>Guide - Page 2</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DB8F994C-9D66-8A14-F7A7-546A5B0F2EEB}"/>
              </a:ext>
            </a:extLst>
          </p:cNvPr>
          <p:cNvSpPr/>
          <p:nvPr/>
        </p:nvSpPr>
        <p:spPr>
          <a:xfrm>
            <a:off x="548640" y="1554479"/>
            <a:ext cx="8686800" cy="3799945"/>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333333"/>
                </a:solidFill>
                <a:effectLst/>
                <a:uLnTx/>
                <a:uFillTx/>
                <a:latin typeface="Helvetica Neue" pitchFamily="34" charset="0"/>
                <a:ea typeface="Helvetica Neue" pitchFamily="34" charset="-122"/>
                <a:cs typeface="Helvetica Neue" pitchFamily="34" charset="-120"/>
              </a:rPr>
              <a:t>There are some limitations to the slide render engine that the iPad software uses. Any text that has flowed beyond the bounds of the text box will be cut off and cropping images can be inconsistent.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solidFill>
                <a:srgbClr val="333333"/>
              </a:solidFill>
              <a:latin typeface="Helvetica Neue" pitchFamily="34" charset="0"/>
              <a:ea typeface="Helvetica Neue" pitchFamily="34" charset="-122"/>
              <a:cs typeface="Helvetica Neue"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333333"/>
                </a:solidFill>
                <a:effectLst/>
                <a:uLnTx/>
                <a:uFillTx/>
                <a:latin typeface="Helvetica Neue" pitchFamily="34" charset="0"/>
                <a:ea typeface="Helvetica Neue" pitchFamily="34" charset="-122"/>
                <a:cs typeface="Helvetica Neue" pitchFamily="34" charset="-120"/>
              </a:rPr>
              <a:t>You can configure the settings of the app when you import the slides. You should also configure guided access mode to restrict the iPad to only running the </a:t>
            </a:r>
            <a:r>
              <a:rPr kumimoji="0" lang="en-US" sz="1600" b="0" i="0" u="none" strike="noStrike" kern="1200" cap="none" spc="0" normalizeH="0" baseline="0" noProof="0" dirty="0" err="1">
                <a:ln>
                  <a:noFill/>
                </a:ln>
                <a:solidFill>
                  <a:srgbClr val="333333"/>
                </a:solidFill>
                <a:effectLst/>
                <a:uLnTx/>
                <a:uFillTx/>
                <a:latin typeface="Helvetica Neue" pitchFamily="34" charset="0"/>
                <a:ea typeface="Helvetica Neue" pitchFamily="34" charset="-122"/>
                <a:cs typeface="Helvetica Neue" pitchFamily="34" charset="-120"/>
              </a:rPr>
              <a:t>stuPad</a:t>
            </a:r>
            <a:r>
              <a:rPr kumimoji="0" lang="en-US" sz="1600" b="0" i="0" u="none" strike="noStrike" kern="1200" cap="none" spc="0" normalizeH="0" baseline="0" noProof="0" dirty="0">
                <a:ln>
                  <a:noFill/>
                </a:ln>
                <a:solidFill>
                  <a:srgbClr val="333333"/>
                </a:solidFill>
                <a:effectLst/>
                <a:uLnTx/>
                <a:uFillTx/>
                <a:latin typeface="Helvetica Neue" pitchFamily="34" charset="0"/>
                <a:ea typeface="Helvetica Neue" pitchFamily="34" charset="-122"/>
                <a:cs typeface="Helvetica Neue" pitchFamily="34" charset="-120"/>
              </a:rPr>
              <a:t> webapp.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solidFill>
                <a:srgbClr val="333333"/>
              </a:solidFill>
              <a:latin typeface="Helvetica Neue" pitchFamily="34" charset="0"/>
              <a:ea typeface="Helvetica Neue" pitchFamily="34" charset="-122"/>
              <a:cs typeface="Helvetica Neue"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333333"/>
                </a:solidFill>
                <a:effectLst/>
                <a:uLnTx/>
                <a:uFillTx/>
                <a:latin typeface="Helvetica Neue" pitchFamily="34" charset="0"/>
                <a:ea typeface="Helvetica Neue" pitchFamily="34" charset="-122"/>
                <a:cs typeface="Helvetica Neue" pitchFamily="34" charset="-120"/>
              </a:rPr>
              <a:t>You should run </a:t>
            </a:r>
            <a:r>
              <a:rPr kumimoji="0" lang="en-US" sz="1600" b="0" i="0" u="none" strike="noStrike" kern="1200" cap="none" spc="0" normalizeH="0" baseline="0" noProof="0" dirty="0" err="1">
                <a:ln>
                  <a:noFill/>
                </a:ln>
                <a:solidFill>
                  <a:srgbClr val="333333"/>
                </a:solidFill>
                <a:effectLst/>
                <a:uLnTx/>
                <a:uFillTx/>
                <a:latin typeface="Helvetica Neue" pitchFamily="34" charset="0"/>
                <a:ea typeface="Helvetica Neue" pitchFamily="34" charset="-122"/>
                <a:cs typeface="Helvetica Neue" pitchFamily="34" charset="-120"/>
              </a:rPr>
              <a:t>stuPad</a:t>
            </a:r>
            <a:r>
              <a:rPr kumimoji="0" lang="en-US" sz="1600" b="0" i="0" u="none" strike="noStrike" kern="1200" cap="none" spc="0" normalizeH="0" baseline="0" noProof="0" dirty="0">
                <a:ln>
                  <a:noFill/>
                </a:ln>
                <a:solidFill>
                  <a:srgbClr val="333333"/>
                </a:solidFill>
                <a:effectLst/>
                <a:uLnTx/>
                <a:uFillTx/>
                <a:latin typeface="Helvetica Neue" pitchFamily="34" charset="0"/>
                <a:ea typeface="Helvetica Neue" pitchFamily="34" charset="-122"/>
                <a:cs typeface="Helvetica Neue" pitchFamily="34" charset="-120"/>
              </a:rPr>
              <a:t> as a webapp that you have added to the iPad home screen as this reduces the chance of losing any interaction data.</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BTN_Home">
            <a:hlinkClick r:id="rId3" action="ppaction://hlinksldjump"/>
            <a:extLst>
              <a:ext uri="{FF2B5EF4-FFF2-40B4-BE49-F238E27FC236}">
                <a16:creationId xmlns:a16="http://schemas.microsoft.com/office/drawing/2014/main" id="{D0ECCD7E-3B69-9352-1EAD-BB549E93B519}"/>
              </a:ext>
            </a:extLst>
          </p:cNvPr>
          <p:cNvSpPr/>
          <p:nvPr/>
        </p:nvSpPr>
        <p:spPr>
          <a:xfrm>
            <a:off x="548640" y="5943600"/>
            <a:ext cx="1645920" cy="548640"/>
          </a:xfrm>
          <a:prstGeom prst="roundRect">
            <a:avLst>
              <a:gd name="adj" fmla="val 25000"/>
            </a:avLst>
          </a:prstGeom>
          <a:solidFill>
            <a:srgbClr val="1B2A4A"/>
          </a:solid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Helvetica Neue" pitchFamily="34" charset="0"/>
                <a:ea typeface="Helvetica Neue" pitchFamily="34" charset="-122"/>
                <a:cs typeface="Helvetica Neue" pitchFamily="34" charset="-120"/>
              </a:rPr>
              <a:t>Home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BTN_Terms">
            <a:hlinkClick r:id="rId4" action="ppaction://hlinksldjump"/>
            <a:extLst>
              <a:ext uri="{FF2B5EF4-FFF2-40B4-BE49-F238E27FC236}">
                <a16:creationId xmlns:a16="http://schemas.microsoft.com/office/drawing/2014/main" id="{99076447-D2C8-8DA4-FEB2-7058C6E80B72}"/>
              </a:ext>
            </a:extLst>
          </p:cNvPr>
          <p:cNvSpPr/>
          <p:nvPr/>
        </p:nvSpPr>
        <p:spPr>
          <a:xfrm>
            <a:off x="3466948" y="5943600"/>
            <a:ext cx="1645920" cy="548640"/>
          </a:xfrm>
          <a:prstGeom prst="roundRect">
            <a:avLst>
              <a:gd name="adj" fmla="val 25000"/>
            </a:avLst>
          </a:prstGeom>
          <a:solidFill>
            <a:srgbClr val="1B2A4A"/>
          </a:solidFill>
          <a:ln>
            <a:solidFill>
              <a:schemeClr val="bg2"/>
            </a:solidFill>
          </a:ln>
        </p:spPr>
        <p:txBody>
          <a:bodyPr wrap="square" rtlCol="0" anchor="ctr"/>
          <a:lstStyle/>
          <a:p>
            <a:pPr marL="0" indent="0" algn="ctr">
              <a:buNone/>
            </a:pPr>
            <a:r>
              <a:rPr lang="en-US" sz="1400" b="1" dirty="0">
                <a:solidFill>
                  <a:srgbClr val="FFFFFF"/>
                </a:solidFill>
                <a:latin typeface="Helvetica Neue" pitchFamily="34" charset="0"/>
                <a:ea typeface="Helvetica Neue" pitchFamily="34" charset="-122"/>
                <a:cs typeface="Helvetica Neue" pitchFamily="34" charset="-120"/>
              </a:rPr>
              <a:t>T&amp;Cs</a:t>
            </a:r>
            <a:endParaRPr lang="en-US" sz="1400" dirty="0"/>
          </a:p>
        </p:txBody>
      </p:sp>
    </p:spTree>
    <p:extLst>
      <p:ext uri="{BB962C8B-B14F-4D97-AF65-F5344CB8AC3E}">
        <p14:creationId xmlns:p14="http://schemas.microsoft.com/office/powerpoint/2010/main" val="5897147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chemeClr val="accent1">
            <a:lumMod val="60000"/>
            <a:lumOff val="40000"/>
          </a:schemeClr>
        </a:solidFill>
        <a:effectLst/>
      </p:bgPr>
    </p:bg>
    <p:spTree>
      <p:nvGrpSpPr>
        <p:cNvPr id="1" name=""/>
        <p:cNvGrpSpPr/>
        <p:nvPr/>
      </p:nvGrpSpPr>
      <p:grpSpPr>
        <a:xfrm>
          <a:off x="0" y="0"/>
          <a:ext cx="0" cy="0"/>
          <a:chOff x="0" y="0"/>
          <a:chExt cx="0" cy="0"/>
        </a:xfrm>
      </p:grpSpPr>
      <p:sp>
        <p:nvSpPr>
          <p:cNvPr id="2" name="Text 0"/>
          <p:cNvSpPr/>
          <p:nvPr/>
        </p:nvSpPr>
        <p:spPr>
          <a:xfrm>
            <a:off x="548640" y="457200"/>
            <a:ext cx="11091672" cy="914400"/>
          </a:xfrm>
          <a:prstGeom prst="rect">
            <a:avLst/>
          </a:prstGeom>
          <a:noFill/>
          <a:ln/>
        </p:spPr>
        <p:txBody>
          <a:bodyPr wrap="square" rtlCol="0" anchor="ctr"/>
          <a:lstStyle/>
          <a:p>
            <a:pPr marL="0" indent="0">
              <a:buNone/>
            </a:pPr>
            <a:r>
              <a:rPr lang="en-US" sz="3000" b="1" dirty="0">
                <a:solidFill>
                  <a:srgbClr val="1B2A4A"/>
                </a:solidFill>
                <a:latin typeface="Helvetica Neue" pitchFamily="34" charset="0"/>
                <a:ea typeface="Helvetica Neue" pitchFamily="34" charset="-122"/>
                <a:cs typeface="Helvetica Neue" pitchFamily="34" charset="-120"/>
              </a:rPr>
              <a:t>Innovation</a:t>
            </a:r>
            <a:endParaRPr lang="en-US" sz="3000" dirty="0"/>
          </a:p>
        </p:txBody>
      </p:sp>
      <p:sp>
        <p:nvSpPr>
          <p:cNvPr id="3" name="Text 1"/>
          <p:cNvSpPr/>
          <p:nvPr/>
        </p:nvSpPr>
        <p:spPr>
          <a:xfrm>
            <a:off x="548640" y="1554480"/>
            <a:ext cx="8686800" cy="1828800"/>
          </a:xfrm>
          <a:prstGeom prst="rect">
            <a:avLst/>
          </a:prstGeom>
          <a:noFill/>
          <a:ln/>
        </p:spPr>
        <p:txBody>
          <a:bodyPr wrap="square" rtlCol="0" anchor="t"/>
          <a:lstStyle/>
          <a:p>
            <a:pPr marL="0" indent="0">
              <a:buNone/>
            </a:pPr>
            <a:r>
              <a:rPr lang="en-US" sz="1600" dirty="0">
                <a:solidFill>
                  <a:srgbClr val="333333"/>
                </a:solidFill>
                <a:latin typeface="Helvetica Neue" pitchFamily="34" charset="0"/>
                <a:ea typeface="Helvetica Neue" pitchFamily="34" charset="-122"/>
                <a:cs typeface="Helvetica Neue" pitchFamily="34" charset="-120"/>
              </a:rPr>
              <a:t>This is the Innovation destination slide. It demonstrates text, a solid background and a Home link back to slide 1.</a:t>
            </a:r>
            <a:endParaRPr lang="en-US" sz="1600" dirty="0"/>
          </a:p>
        </p:txBody>
      </p:sp>
      <p:sp>
        <p:nvSpPr>
          <p:cNvPr id="4" name="BTN_Home">
            <a:hlinkClick r:id="rId3" action="ppaction://hlinksldjump"/>
          </p:cNvPr>
          <p:cNvSpPr/>
          <p:nvPr/>
        </p:nvSpPr>
        <p:spPr>
          <a:xfrm>
            <a:off x="548640" y="5943600"/>
            <a:ext cx="1645920" cy="548640"/>
          </a:xfrm>
          <a:prstGeom prst="roundRect">
            <a:avLst>
              <a:gd name="adj" fmla="val 25000"/>
            </a:avLst>
          </a:prstGeom>
          <a:solidFill>
            <a:srgbClr val="1B2A4A"/>
          </a:solidFill>
          <a:ln/>
        </p:spPr>
        <p:txBody>
          <a:bodyPr wrap="square" rtlCol="0" anchor="ctr"/>
          <a:lstStyle/>
          <a:p>
            <a:pPr marL="0" indent="0" algn="ctr">
              <a:buNone/>
            </a:pPr>
            <a:r>
              <a:rPr lang="en-US" sz="1400" b="1" dirty="0">
                <a:solidFill>
                  <a:srgbClr val="FFFFFF"/>
                </a:solidFill>
                <a:latin typeface="Helvetica Neue" pitchFamily="34" charset="0"/>
                <a:ea typeface="Helvetica Neue" pitchFamily="34" charset="-122"/>
                <a:cs typeface="Helvetica Neue" pitchFamily="34" charset="-120"/>
              </a:rPr>
              <a:t>Home</a:t>
            </a:r>
            <a:endParaRPr lang="en-US" sz="1400" dirty="0"/>
          </a:p>
        </p:txBody>
      </p:sp>
      <p:sp>
        <p:nvSpPr>
          <p:cNvPr id="6" name="BTN_Terms">
            <a:hlinkClick r:id="rId4" action="ppaction://hlinksldjump"/>
            <a:extLst>
              <a:ext uri="{FF2B5EF4-FFF2-40B4-BE49-F238E27FC236}">
                <a16:creationId xmlns:a16="http://schemas.microsoft.com/office/drawing/2014/main" id="{1DAB0F41-7943-356C-A24A-70231D828551}"/>
              </a:ext>
            </a:extLst>
          </p:cNvPr>
          <p:cNvSpPr/>
          <p:nvPr/>
        </p:nvSpPr>
        <p:spPr>
          <a:xfrm>
            <a:off x="3466948" y="5943600"/>
            <a:ext cx="1645920" cy="548640"/>
          </a:xfrm>
          <a:prstGeom prst="roundRect">
            <a:avLst>
              <a:gd name="adj" fmla="val 25000"/>
            </a:avLst>
          </a:prstGeom>
          <a:solidFill>
            <a:srgbClr val="1B2A4A"/>
          </a:solidFill>
          <a:ln>
            <a:solidFill>
              <a:schemeClr val="bg2"/>
            </a:solidFill>
          </a:ln>
        </p:spPr>
        <p:txBody>
          <a:bodyPr wrap="square" rtlCol="0" anchor="ctr"/>
          <a:lstStyle/>
          <a:p>
            <a:pPr marL="0" indent="0" algn="ctr">
              <a:buNone/>
            </a:pPr>
            <a:r>
              <a:rPr lang="en-US" sz="1400" b="1" dirty="0">
                <a:solidFill>
                  <a:srgbClr val="FFFFFF"/>
                </a:solidFill>
                <a:latin typeface="Helvetica Neue" pitchFamily="34" charset="0"/>
                <a:ea typeface="Helvetica Neue" pitchFamily="34" charset="-122"/>
                <a:cs typeface="Helvetica Neue" pitchFamily="34" charset="-120"/>
              </a:rPr>
              <a:t>T&amp;Cs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chemeClr val="accent4">
            <a:lumMod val="60000"/>
            <a:lumOff val="40000"/>
          </a:schemeClr>
        </a:solidFill>
        <a:effectLst/>
      </p:bgPr>
    </p:bg>
    <p:spTree>
      <p:nvGrpSpPr>
        <p:cNvPr id="1" name=""/>
        <p:cNvGrpSpPr/>
        <p:nvPr/>
      </p:nvGrpSpPr>
      <p:grpSpPr>
        <a:xfrm>
          <a:off x="0" y="0"/>
          <a:ext cx="0" cy="0"/>
          <a:chOff x="0" y="0"/>
          <a:chExt cx="0" cy="0"/>
        </a:xfrm>
      </p:grpSpPr>
      <p:sp>
        <p:nvSpPr>
          <p:cNvPr id="2" name="Text 0"/>
          <p:cNvSpPr/>
          <p:nvPr/>
        </p:nvSpPr>
        <p:spPr>
          <a:xfrm>
            <a:off x="548640" y="457200"/>
            <a:ext cx="11091672" cy="914400"/>
          </a:xfrm>
          <a:prstGeom prst="rect">
            <a:avLst/>
          </a:prstGeom>
          <a:noFill/>
          <a:ln/>
        </p:spPr>
        <p:txBody>
          <a:bodyPr wrap="square" rtlCol="0" anchor="ctr"/>
          <a:lstStyle/>
          <a:p>
            <a:pPr marL="0" indent="0">
              <a:buNone/>
            </a:pPr>
            <a:r>
              <a:rPr lang="en-US" sz="3000" b="1" dirty="0">
                <a:solidFill>
                  <a:srgbClr val="1B2A4A"/>
                </a:solidFill>
                <a:latin typeface="Helvetica Neue" pitchFamily="34" charset="0"/>
                <a:ea typeface="Helvetica Neue" pitchFamily="34" charset="-122"/>
                <a:cs typeface="Helvetica Neue" pitchFamily="34" charset="-120"/>
              </a:rPr>
              <a:t>People</a:t>
            </a:r>
            <a:endParaRPr lang="en-US" sz="3000" dirty="0"/>
          </a:p>
        </p:txBody>
      </p:sp>
      <p:sp>
        <p:nvSpPr>
          <p:cNvPr id="3" name="Text 1"/>
          <p:cNvSpPr/>
          <p:nvPr/>
        </p:nvSpPr>
        <p:spPr>
          <a:xfrm>
            <a:off x="548640" y="1554480"/>
            <a:ext cx="8686800" cy="1828800"/>
          </a:xfrm>
          <a:prstGeom prst="rect">
            <a:avLst/>
          </a:prstGeom>
          <a:noFill/>
          <a:ln/>
        </p:spPr>
        <p:txBody>
          <a:bodyPr wrap="square" rtlCol="0" anchor="t"/>
          <a:lstStyle/>
          <a:p>
            <a:pPr marL="0" indent="0">
              <a:buNone/>
            </a:pPr>
            <a:r>
              <a:rPr lang="en-US" sz="1600" dirty="0">
                <a:solidFill>
                  <a:srgbClr val="333333"/>
                </a:solidFill>
                <a:latin typeface="Helvetica Neue" pitchFamily="34" charset="0"/>
                <a:ea typeface="Helvetica Neue" pitchFamily="34" charset="-122"/>
                <a:cs typeface="Helvetica Neue" pitchFamily="34" charset="-120"/>
              </a:rPr>
              <a:t>This is the People destination slide. It demonstrates text, a solid background and a Home link back to slide 1.</a:t>
            </a:r>
            <a:endParaRPr lang="en-US" sz="1600" dirty="0"/>
          </a:p>
        </p:txBody>
      </p:sp>
      <p:sp>
        <p:nvSpPr>
          <p:cNvPr id="4" name="BTN_Home">
            <a:hlinkClick r:id="rId3" action="ppaction://hlinksldjump"/>
          </p:cNvPr>
          <p:cNvSpPr/>
          <p:nvPr/>
        </p:nvSpPr>
        <p:spPr>
          <a:xfrm>
            <a:off x="548640" y="5943600"/>
            <a:ext cx="1645920" cy="548640"/>
          </a:xfrm>
          <a:prstGeom prst="roundRect">
            <a:avLst>
              <a:gd name="adj" fmla="val 25000"/>
            </a:avLst>
          </a:prstGeom>
          <a:solidFill>
            <a:srgbClr val="1B2A4A"/>
          </a:solidFill>
          <a:ln/>
        </p:spPr>
        <p:txBody>
          <a:bodyPr wrap="square" rtlCol="0" anchor="ctr"/>
          <a:lstStyle/>
          <a:p>
            <a:pPr marL="0" indent="0" algn="ctr">
              <a:buNone/>
            </a:pPr>
            <a:r>
              <a:rPr lang="en-US" sz="1400" b="1" dirty="0">
                <a:solidFill>
                  <a:srgbClr val="FFFFFF"/>
                </a:solidFill>
                <a:latin typeface="Helvetica Neue" pitchFamily="34" charset="0"/>
                <a:ea typeface="Helvetica Neue" pitchFamily="34" charset="-122"/>
                <a:cs typeface="Helvetica Neue" pitchFamily="34" charset="-120"/>
              </a:rPr>
              <a:t>Home</a:t>
            </a:r>
            <a:endParaRPr lang="en-US" sz="1400" dirty="0"/>
          </a:p>
        </p:txBody>
      </p:sp>
      <p:sp>
        <p:nvSpPr>
          <p:cNvPr id="5" name="BTN_Terms">
            <a:hlinkClick r:id="rId4" action="ppaction://hlinksldjump"/>
            <a:extLst>
              <a:ext uri="{FF2B5EF4-FFF2-40B4-BE49-F238E27FC236}">
                <a16:creationId xmlns:a16="http://schemas.microsoft.com/office/drawing/2014/main" id="{980D1034-E51B-9730-0986-C983C691ED2E}"/>
              </a:ext>
            </a:extLst>
          </p:cNvPr>
          <p:cNvSpPr/>
          <p:nvPr/>
        </p:nvSpPr>
        <p:spPr>
          <a:xfrm>
            <a:off x="3466948" y="5943600"/>
            <a:ext cx="1645920" cy="548640"/>
          </a:xfrm>
          <a:prstGeom prst="roundRect">
            <a:avLst>
              <a:gd name="adj" fmla="val 25000"/>
            </a:avLst>
          </a:prstGeom>
          <a:solidFill>
            <a:srgbClr val="1B2A4A"/>
          </a:solidFill>
          <a:ln>
            <a:solidFill>
              <a:schemeClr val="bg2"/>
            </a:solidFill>
          </a:ln>
        </p:spPr>
        <p:txBody>
          <a:bodyPr wrap="square" rtlCol="0" anchor="ctr"/>
          <a:lstStyle/>
          <a:p>
            <a:pPr marL="0" indent="0" algn="ctr">
              <a:buNone/>
            </a:pPr>
            <a:r>
              <a:rPr lang="en-US" sz="1400" b="1" dirty="0">
                <a:solidFill>
                  <a:srgbClr val="FFFFFF"/>
                </a:solidFill>
                <a:latin typeface="Helvetica Neue" pitchFamily="34" charset="0"/>
                <a:ea typeface="Helvetica Neue" pitchFamily="34" charset="-122"/>
                <a:cs typeface="Helvetica Neue" pitchFamily="34" charset="-120"/>
              </a:rPr>
              <a:t>T&amp;Cs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7A2E5C">
            <a:alpha val="65490"/>
          </a:srgbClr>
        </a:solidFill>
        <a:effectLst/>
      </p:bgPr>
    </p:bg>
    <p:spTree>
      <p:nvGrpSpPr>
        <p:cNvPr id="1" name=""/>
        <p:cNvGrpSpPr/>
        <p:nvPr/>
      </p:nvGrpSpPr>
      <p:grpSpPr>
        <a:xfrm>
          <a:off x="0" y="0"/>
          <a:ext cx="0" cy="0"/>
          <a:chOff x="0" y="0"/>
          <a:chExt cx="0" cy="0"/>
        </a:xfrm>
      </p:grpSpPr>
      <p:sp>
        <p:nvSpPr>
          <p:cNvPr id="2" name="Text 0"/>
          <p:cNvSpPr/>
          <p:nvPr/>
        </p:nvSpPr>
        <p:spPr>
          <a:xfrm>
            <a:off x="548640" y="457200"/>
            <a:ext cx="11091672" cy="914400"/>
          </a:xfrm>
          <a:prstGeom prst="rect">
            <a:avLst/>
          </a:prstGeom>
          <a:noFill/>
          <a:ln/>
        </p:spPr>
        <p:txBody>
          <a:bodyPr wrap="square" rtlCol="0" anchor="ctr"/>
          <a:lstStyle/>
          <a:p>
            <a:pPr marL="0" indent="0">
              <a:buNone/>
            </a:pPr>
            <a:r>
              <a:rPr lang="en-US" sz="3000" b="1" dirty="0">
                <a:solidFill>
                  <a:schemeClr val="bg1"/>
                </a:solidFill>
                <a:latin typeface="Helvetica Neue" pitchFamily="34" charset="0"/>
                <a:ea typeface="Helvetica Neue" pitchFamily="34" charset="-122"/>
                <a:cs typeface="Helvetica Neue" pitchFamily="34" charset="-120"/>
              </a:rPr>
              <a:t>Contact</a:t>
            </a:r>
            <a:endParaRPr lang="en-US" sz="3000" dirty="0">
              <a:solidFill>
                <a:schemeClr val="bg1"/>
              </a:solidFill>
            </a:endParaRPr>
          </a:p>
        </p:txBody>
      </p:sp>
      <p:sp>
        <p:nvSpPr>
          <p:cNvPr id="3" name="Text 1"/>
          <p:cNvSpPr/>
          <p:nvPr/>
        </p:nvSpPr>
        <p:spPr>
          <a:xfrm>
            <a:off x="548640" y="1554480"/>
            <a:ext cx="8686800" cy="1828800"/>
          </a:xfrm>
          <a:prstGeom prst="rect">
            <a:avLst/>
          </a:prstGeom>
          <a:noFill/>
          <a:ln/>
        </p:spPr>
        <p:txBody>
          <a:bodyPr wrap="square" rtlCol="0" anchor="t"/>
          <a:lstStyle/>
          <a:p>
            <a:pPr marL="0" indent="0">
              <a:buNone/>
            </a:pPr>
            <a:r>
              <a:rPr lang="en-US" sz="1600" dirty="0">
                <a:solidFill>
                  <a:schemeClr val="bg1"/>
                </a:solidFill>
                <a:latin typeface="Helvetica Neue" pitchFamily="34" charset="0"/>
                <a:ea typeface="Helvetica Neue" pitchFamily="34" charset="-122"/>
                <a:cs typeface="Helvetica Neue" pitchFamily="34" charset="-120"/>
              </a:rPr>
              <a:t>This is the Contact destination slide. It demonstrates text, a solid background and a Home link back to slide 1.</a:t>
            </a:r>
            <a:endParaRPr lang="en-US" sz="1600" dirty="0">
              <a:solidFill>
                <a:schemeClr val="bg1"/>
              </a:solidFill>
            </a:endParaRPr>
          </a:p>
        </p:txBody>
      </p:sp>
      <p:sp>
        <p:nvSpPr>
          <p:cNvPr id="4" name="BTN_Home">
            <a:hlinkClick r:id="rId3" action="ppaction://hlinksldjump"/>
          </p:cNvPr>
          <p:cNvSpPr/>
          <p:nvPr/>
        </p:nvSpPr>
        <p:spPr>
          <a:xfrm>
            <a:off x="548640" y="5943600"/>
            <a:ext cx="1645920" cy="548640"/>
          </a:xfrm>
          <a:prstGeom prst="roundRect">
            <a:avLst>
              <a:gd name="adj" fmla="val 25000"/>
            </a:avLst>
          </a:prstGeom>
          <a:solidFill>
            <a:srgbClr val="1B2A4A"/>
          </a:solidFill>
          <a:ln/>
        </p:spPr>
        <p:txBody>
          <a:bodyPr wrap="square" rtlCol="0" anchor="ctr"/>
          <a:lstStyle/>
          <a:p>
            <a:pPr marL="0" indent="0" algn="ctr">
              <a:buNone/>
            </a:pPr>
            <a:r>
              <a:rPr lang="en-US" sz="1400" b="1" dirty="0">
                <a:solidFill>
                  <a:srgbClr val="FFFFFF"/>
                </a:solidFill>
                <a:latin typeface="Helvetica Neue" pitchFamily="34" charset="0"/>
                <a:ea typeface="Helvetica Neue" pitchFamily="34" charset="-122"/>
                <a:cs typeface="Helvetica Neue" pitchFamily="34" charset="-120"/>
              </a:rPr>
              <a:t>Home</a:t>
            </a:r>
            <a:endParaRPr lang="en-US" sz="1400" dirty="0"/>
          </a:p>
        </p:txBody>
      </p:sp>
      <p:sp>
        <p:nvSpPr>
          <p:cNvPr id="5" name="BTN_Terms">
            <a:hlinkClick r:id="rId4" action="ppaction://hlinksldjump"/>
            <a:extLst>
              <a:ext uri="{FF2B5EF4-FFF2-40B4-BE49-F238E27FC236}">
                <a16:creationId xmlns:a16="http://schemas.microsoft.com/office/drawing/2014/main" id="{5FE546F3-60AF-86F9-820B-5EDB2FD096BB}"/>
              </a:ext>
            </a:extLst>
          </p:cNvPr>
          <p:cNvSpPr/>
          <p:nvPr/>
        </p:nvSpPr>
        <p:spPr>
          <a:xfrm>
            <a:off x="3466948" y="5943600"/>
            <a:ext cx="1645920" cy="548640"/>
          </a:xfrm>
          <a:prstGeom prst="roundRect">
            <a:avLst>
              <a:gd name="adj" fmla="val 25000"/>
            </a:avLst>
          </a:prstGeom>
          <a:solidFill>
            <a:srgbClr val="1B2A4A"/>
          </a:solidFill>
          <a:ln>
            <a:solidFill>
              <a:schemeClr val="bg2"/>
            </a:solidFill>
          </a:ln>
        </p:spPr>
        <p:txBody>
          <a:bodyPr wrap="square" rtlCol="0" anchor="ctr"/>
          <a:lstStyle/>
          <a:p>
            <a:pPr marL="0" indent="0" algn="ctr">
              <a:buNone/>
            </a:pPr>
            <a:r>
              <a:rPr lang="en-US" sz="1400" b="1" dirty="0">
                <a:solidFill>
                  <a:srgbClr val="FFFFFF"/>
                </a:solidFill>
                <a:latin typeface="Helvetica Neue" pitchFamily="34" charset="0"/>
                <a:ea typeface="Helvetica Neue" pitchFamily="34" charset="-122"/>
                <a:cs typeface="Helvetica Neue" pitchFamily="34" charset="-120"/>
              </a:rPr>
              <a:t>T&amp;Cs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
          <a:extLst>
            <a:ext uri="{FF2B5EF4-FFF2-40B4-BE49-F238E27FC236}">
              <a16:creationId xmlns:a16="http://schemas.microsoft.com/office/drawing/2014/main" id="{F3756800-8B0B-5E52-70F7-665232F60A5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201B3AE-24D2-46AF-DE43-BE4145C55A77}"/>
              </a:ext>
            </a:extLst>
          </p:cNvPr>
          <p:cNvSpPr/>
          <p:nvPr/>
        </p:nvSpPr>
        <p:spPr>
          <a:xfrm>
            <a:off x="548640" y="457200"/>
            <a:ext cx="11091672" cy="9144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B2A4A"/>
                </a:solidFill>
                <a:effectLst/>
                <a:uLnTx/>
                <a:uFillTx/>
                <a:latin typeface="Helvetica Neue" pitchFamily="34" charset="0"/>
                <a:ea typeface="Helvetica Neue" pitchFamily="34" charset="-122"/>
                <a:cs typeface="Helvetica Neue" pitchFamily="34" charset="-120"/>
              </a:rPr>
              <a:t>Terms and Conditions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930A4AEB-FD72-5751-938B-DF814B61170F}"/>
              </a:ext>
            </a:extLst>
          </p:cNvPr>
          <p:cNvSpPr/>
          <p:nvPr/>
        </p:nvSpPr>
        <p:spPr>
          <a:xfrm>
            <a:off x="548640" y="1554480"/>
            <a:ext cx="8686800" cy="1828800"/>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333333"/>
                </a:solidFill>
                <a:effectLst/>
                <a:uLnTx/>
                <a:uFillTx/>
                <a:latin typeface="Helvetica Neue" pitchFamily="34" charset="0"/>
                <a:ea typeface="Helvetica Neue" pitchFamily="34" charset="-122"/>
                <a:cs typeface="Helvetica Neue" pitchFamily="34" charset="-120"/>
              </a:rPr>
              <a:t>This is an example of a slide that will navigate to the previous slide.</a:t>
            </a:r>
            <a:br>
              <a:rPr kumimoji="0" lang="en-US" sz="1600" b="0" i="0" u="none" strike="noStrike" kern="1200" cap="none" spc="0" normalizeH="0" baseline="0" noProof="0" dirty="0">
                <a:ln>
                  <a:noFill/>
                </a:ln>
                <a:solidFill>
                  <a:srgbClr val="333333"/>
                </a:solidFill>
                <a:effectLst/>
                <a:uLnTx/>
                <a:uFillTx/>
                <a:latin typeface="Helvetica Neue" pitchFamily="34" charset="0"/>
                <a:ea typeface="Helvetica Neue" pitchFamily="34" charset="-122"/>
                <a:cs typeface="Helvetica Neue" pitchFamily="34" charset="-120"/>
              </a:rPr>
            </a:br>
            <a:br>
              <a:rPr kumimoji="0" lang="en-US" sz="1600" b="0" i="0" u="none" strike="noStrike" kern="1200" cap="none" spc="0" normalizeH="0" baseline="0" noProof="0" dirty="0">
                <a:ln>
                  <a:noFill/>
                </a:ln>
                <a:solidFill>
                  <a:srgbClr val="333333"/>
                </a:solidFill>
                <a:effectLst/>
                <a:uLnTx/>
                <a:uFillTx/>
                <a:latin typeface="Helvetica Neue" pitchFamily="34" charset="0"/>
                <a:ea typeface="Helvetica Neue" pitchFamily="34" charset="-122"/>
                <a:cs typeface="Helvetica Neue" pitchFamily="34" charset="-120"/>
              </a:rPr>
            </a:br>
            <a:r>
              <a:rPr kumimoji="0" lang="en-US" sz="1600" b="0" i="0" u="none" strike="noStrike" kern="1200" cap="none" spc="0" normalizeH="0" baseline="0" noProof="0" dirty="0">
                <a:ln>
                  <a:noFill/>
                </a:ln>
                <a:solidFill>
                  <a:srgbClr val="333333"/>
                </a:solidFill>
                <a:effectLst/>
                <a:uLnTx/>
                <a:uFillTx/>
                <a:latin typeface="Helvetica Neue" pitchFamily="34" charset="0"/>
                <a:ea typeface="Helvetica Neue" pitchFamily="34" charset="-122"/>
                <a:cs typeface="Helvetica Neue" pitchFamily="34" charset="-120"/>
              </a:rPr>
              <a:t>This special case needs to be added by choosing:</a:t>
            </a:r>
            <a:br>
              <a:rPr kumimoji="0" lang="en-US" sz="1600" b="0" i="0" u="none" strike="noStrike" kern="1200" cap="none" spc="0" normalizeH="0" baseline="0" noProof="0" dirty="0">
                <a:ln>
                  <a:noFill/>
                </a:ln>
                <a:solidFill>
                  <a:srgbClr val="333333"/>
                </a:solidFill>
                <a:effectLst/>
                <a:uLnTx/>
                <a:uFillTx/>
                <a:latin typeface="Helvetica Neue" pitchFamily="34" charset="0"/>
                <a:ea typeface="Helvetica Neue" pitchFamily="34" charset="-122"/>
                <a:cs typeface="Helvetica Neue" pitchFamily="34" charset="-120"/>
              </a:rPr>
            </a:br>
            <a:br>
              <a:rPr kumimoji="0" lang="en-US" sz="1600" b="0" i="0" u="none" strike="noStrike" kern="1200" cap="none" spc="0" normalizeH="0" baseline="0" noProof="0" dirty="0">
                <a:ln>
                  <a:noFill/>
                </a:ln>
                <a:solidFill>
                  <a:srgbClr val="333333"/>
                </a:solidFill>
                <a:effectLst/>
                <a:uLnTx/>
                <a:uFillTx/>
                <a:latin typeface="Helvetica Neue" pitchFamily="34" charset="0"/>
                <a:ea typeface="Helvetica Neue" pitchFamily="34" charset="-122"/>
                <a:cs typeface="Helvetica Neue" pitchFamily="34" charset="-120"/>
              </a:rPr>
            </a:br>
            <a:r>
              <a:rPr kumimoji="0" lang="en-US" sz="1600" b="0" i="0" u="none" strike="noStrike" kern="1200" cap="none" spc="0" normalizeH="0" baseline="0" noProof="0" dirty="0">
                <a:ln>
                  <a:noFill/>
                </a:ln>
                <a:solidFill>
                  <a:srgbClr val="333333"/>
                </a:solidFill>
                <a:effectLst/>
                <a:uLnTx/>
                <a:uFillTx/>
                <a:latin typeface="Helvetica Neue" pitchFamily="34" charset="0"/>
                <a:ea typeface="Helvetica Neue" pitchFamily="34" charset="-122"/>
                <a:cs typeface="Helvetica Neue" pitchFamily="34" charset="-120"/>
              </a:rPr>
              <a:t>Insert &gt; Action &gt; Action on click &gt; Last Slide Viewed </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BTN_Home">
            <a:hlinkClick r:id="rId3" action="ppaction://hlinksldjump"/>
            <a:extLst>
              <a:ext uri="{FF2B5EF4-FFF2-40B4-BE49-F238E27FC236}">
                <a16:creationId xmlns:a16="http://schemas.microsoft.com/office/drawing/2014/main" id="{E10032C3-E61E-AA12-B48D-3F98400DCA86}"/>
              </a:ext>
            </a:extLst>
          </p:cNvPr>
          <p:cNvSpPr/>
          <p:nvPr/>
        </p:nvSpPr>
        <p:spPr>
          <a:xfrm>
            <a:off x="548640" y="5943600"/>
            <a:ext cx="1645920" cy="548640"/>
          </a:xfrm>
          <a:prstGeom prst="roundRect">
            <a:avLst>
              <a:gd name="adj" fmla="val 25000"/>
            </a:avLst>
          </a:prstGeom>
          <a:solidFill>
            <a:srgbClr val="1B2A4A"/>
          </a:solid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Helvetica Neue" pitchFamily="34" charset="0"/>
                <a:ea typeface="Helvetica Neue" pitchFamily="34" charset="-122"/>
                <a:cs typeface="Helvetica Neue" pitchFamily="34" charset="-120"/>
              </a:rPr>
              <a:t>Home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BTN_Terms">
            <a:hlinkClick r:id="" action="ppaction://hlinkshowjump?jump=lastslideviewed"/>
            <a:extLst>
              <a:ext uri="{FF2B5EF4-FFF2-40B4-BE49-F238E27FC236}">
                <a16:creationId xmlns:a16="http://schemas.microsoft.com/office/drawing/2014/main" id="{C43321BA-5AC6-0BDC-61A3-09AD0E225F19}"/>
              </a:ext>
            </a:extLst>
          </p:cNvPr>
          <p:cNvSpPr/>
          <p:nvPr/>
        </p:nvSpPr>
        <p:spPr>
          <a:xfrm>
            <a:off x="3466948" y="5943600"/>
            <a:ext cx="1645920" cy="548640"/>
          </a:xfrm>
          <a:prstGeom prst="roundRect">
            <a:avLst>
              <a:gd name="adj" fmla="val 25000"/>
            </a:avLst>
          </a:prstGeom>
          <a:solidFill>
            <a:srgbClr val="1B2A4A"/>
          </a:solidFill>
          <a:ln>
            <a:solidFill>
              <a:schemeClr val="bg2"/>
            </a:solidFill>
          </a:ln>
        </p:spPr>
        <p:txBody>
          <a:bodyPr wrap="square" rtlCol="0" anchor="ctr"/>
          <a:lstStyle/>
          <a:p>
            <a:pPr marL="0" indent="0" algn="ctr">
              <a:buNone/>
            </a:pPr>
            <a:r>
              <a:rPr lang="en-US" sz="1400" b="1" dirty="0">
                <a:solidFill>
                  <a:srgbClr val="FFFFFF"/>
                </a:solidFill>
                <a:latin typeface="Helvetica Neue" pitchFamily="34" charset="0"/>
                <a:ea typeface="Helvetica Neue" pitchFamily="34" charset="-122"/>
                <a:cs typeface="Helvetica Neue" pitchFamily="34" charset="-120"/>
              </a:rPr>
              <a:t>&lt; Back</a:t>
            </a:r>
            <a:endParaRPr lang="en-US" sz="1400" dirty="0"/>
          </a:p>
        </p:txBody>
      </p:sp>
    </p:spTree>
    <p:extLst>
      <p:ext uri="{BB962C8B-B14F-4D97-AF65-F5344CB8AC3E}">
        <p14:creationId xmlns:p14="http://schemas.microsoft.com/office/powerpoint/2010/main" val="29036376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11064240" cy="548640"/>
          </a:xfrm>
          <a:prstGeom prst="rect">
            <a:avLst/>
          </a:prstGeom>
          <a:noFill/>
          <a:ln/>
        </p:spPr>
        <p:txBody>
          <a:bodyPr wrap="square" rtlCol="0" anchor="ctr"/>
          <a:lstStyle/>
          <a:p>
            <a:pPr marL="0" indent="0">
              <a:buNone/>
            </a:pPr>
            <a:r>
              <a:rPr lang="en-US" sz="2000" b="1" dirty="0">
                <a:solidFill>
                  <a:srgbClr val="1B2A4A"/>
                </a:solidFill>
                <a:latin typeface="Helvetica Neue" pitchFamily="34" charset="0"/>
                <a:ea typeface="Helvetica Neue" pitchFamily="34" charset="-122"/>
                <a:cs typeface="Helvetica Neue" pitchFamily="34" charset="-120"/>
              </a:rPr>
              <a:t>Template rules (this slide is not linked from Home)</a:t>
            </a:r>
            <a:endParaRPr lang="en-US" sz="2000" dirty="0"/>
          </a:p>
        </p:txBody>
      </p:sp>
      <p:sp>
        <p:nvSpPr>
          <p:cNvPr id="3" name="Text 1"/>
          <p:cNvSpPr/>
          <p:nvPr/>
        </p:nvSpPr>
        <p:spPr>
          <a:xfrm>
            <a:off x="731520" y="1097280"/>
            <a:ext cx="10515600" cy="3657600"/>
          </a:xfrm>
          <a:prstGeom prst="rect">
            <a:avLst/>
          </a:prstGeom>
          <a:noFill/>
          <a:ln/>
        </p:spPr>
        <p:txBody>
          <a:bodyPr wrap="square" rtlCol="0" anchor="ctr"/>
          <a:lstStyle/>
          <a:p>
            <a:pPr marL="342900" indent="-342900">
              <a:buSzPct val="100000"/>
              <a:buChar char="•"/>
            </a:pPr>
            <a:r>
              <a:rPr lang="en-US" sz="1400" dirty="0">
                <a:solidFill>
                  <a:srgbClr val="333333"/>
                </a:solidFill>
                <a:latin typeface="Helvetica Neue" pitchFamily="34" charset="0"/>
                <a:ea typeface="Helvetica Neue" pitchFamily="34" charset="-122"/>
                <a:cs typeface="Helvetica Neue" pitchFamily="34" charset="-120"/>
              </a:rPr>
              <a:t>Slide 1 is the home slide and must contain at least 2 button shapes.</a:t>
            </a:r>
            <a:endParaRPr lang="en-US" sz="1400" dirty="0"/>
          </a:p>
          <a:p>
            <a:pPr marL="342900" indent="-342900">
              <a:buSzPct val="100000"/>
              <a:buChar char="•"/>
            </a:pPr>
            <a:r>
              <a:rPr lang="en-US" sz="1400" dirty="0">
                <a:solidFill>
                  <a:srgbClr val="333333"/>
                </a:solidFill>
                <a:latin typeface="Helvetica Neue" pitchFamily="34" charset="0"/>
                <a:ea typeface="Helvetica Neue" pitchFamily="34" charset="-122"/>
                <a:cs typeface="Helvetica Neue" pitchFamily="34" charset="-120"/>
              </a:rPr>
              <a:t>Each button links to a later slide via Insert &gt; Link &gt; Place in This Document &gt; Slide N.</a:t>
            </a:r>
            <a:endParaRPr lang="en-US" sz="1400" dirty="0"/>
          </a:p>
          <a:p>
            <a:pPr marL="342900" indent="-342900">
              <a:buSzPct val="100000"/>
              <a:buChar char="•"/>
            </a:pPr>
            <a:r>
              <a:rPr lang="en-US" sz="1400" dirty="0">
                <a:solidFill>
                  <a:srgbClr val="333333"/>
                </a:solidFill>
                <a:latin typeface="Helvetica Neue" pitchFamily="34" charset="0"/>
                <a:ea typeface="Helvetica Neue" pitchFamily="34" charset="-122"/>
                <a:cs typeface="Helvetica Neue" pitchFamily="34" charset="-120"/>
              </a:rPr>
              <a:t>Destination slides should include a shape linked back to slide 1 ("Home").</a:t>
            </a:r>
            <a:endParaRPr lang="en-US" sz="1400" dirty="0"/>
          </a:p>
          <a:p>
            <a:pPr marL="342900" indent="-342900">
              <a:buSzPct val="100000"/>
              <a:buChar char="•"/>
            </a:pPr>
            <a:r>
              <a:rPr lang="en-US" sz="1400" dirty="0">
                <a:solidFill>
                  <a:srgbClr val="333333"/>
                </a:solidFill>
                <a:latin typeface="Helvetica Neue" pitchFamily="34" charset="0"/>
                <a:ea typeface="Helvetica Neue" pitchFamily="34" charset="-122"/>
                <a:cs typeface="Helvetica Neue" pitchFamily="34" charset="-120"/>
              </a:rPr>
              <a:t>Slides not linked from slide 1 are ignored (flagged as a warning).</a:t>
            </a:r>
            <a:endParaRPr lang="en-US" sz="1400" dirty="0"/>
          </a:p>
          <a:p>
            <a:pPr marL="342900" indent="-342900">
              <a:buSzPct val="100000"/>
              <a:buChar char="•"/>
            </a:pPr>
            <a:r>
              <a:rPr lang="en-US" sz="1400" dirty="0">
                <a:solidFill>
                  <a:srgbClr val="333333"/>
                </a:solidFill>
                <a:latin typeface="Helvetica Neue" pitchFamily="34" charset="0"/>
                <a:ea typeface="Helvetica Neue" pitchFamily="34" charset="-122"/>
                <a:cs typeface="Helvetica Neue" pitchFamily="34" charset="-120"/>
              </a:rPr>
              <a:t>Use system or bundled fonts only; anything else is flagged at setup.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519</Words>
  <Application>Microsoft Macintosh PowerPoint</Application>
  <PresentationFormat>Widescreen</PresentationFormat>
  <Paragraphs>57</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stuPad Template</dc:title>
  <dc:subject>PptxGenJS Presentation</dc:subject>
  <dc:creator>stuPad</dc:creator>
  <cp:lastModifiedBy>Graham Lehr</cp:lastModifiedBy>
  <cp:revision>4</cp:revision>
  <dcterms:created xsi:type="dcterms:W3CDTF">2026-09-24T08:07:33Z</dcterms:created>
  <dcterms:modified xsi:type="dcterms:W3CDTF">2026-09-24T20:15:49Z</dcterms:modified>
</cp:coreProperties>
</file>